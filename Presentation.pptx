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4"/>
  </p:notesMasterIdLst>
  <p:handoutMasterIdLst>
    <p:handoutMasterId r:id="rId15"/>
  </p:handoutMasterIdLst>
  <p:sldIdLst>
    <p:sldId id="379" r:id="rId5"/>
    <p:sldId id="383" r:id="rId6"/>
    <p:sldId id="371" r:id="rId7"/>
    <p:sldId id="359" r:id="rId8"/>
    <p:sldId id="392" r:id="rId9"/>
    <p:sldId id="362" r:id="rId10"/>
    <p:sldId id="390" r:id="rId11"/>
    <p:sldId id="374" r:id="rId12"/>
    <p:sldId id="393" r:id="rId13"/>
  </p:sldIdLst>
  <p:sldSz cx="12188825"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200">
          <p15:clr>
            <a:srgbClr val="A4A3A4"/>
          </p15:clr>
        </p15:guide>
        <p15:guide id="4" orient="horz" pos="1008">
          <p15:clr>
            <a:srgbClr val="A4A3A4"/>
          </p15:clr>
        </p15:guide>
        <p15:guide id="5" orient="horz" pos="3792">
          <p15:clr>
            <a:srgbClr val="A4A3A4"/>
          </p15:clr>
        </p15:guide>
        <p15:guide id="6" orient="horz">
          <p15:clr>
            <a:srgbClr val="A4A3A4"/>
          </p15:clr>
        </p15:guide>
        <p15:guide id="7" orient="horz" pos="3360">
          <p15:clr>
            <a:srgbClr val="A4A3A4"/>
          </p15:clr>
        </p15:guide>
        <p15:guide id="8" orient="horz" pos="3312">
          <p15:clr>
            <a:srgbClr val="A4A3A4"/>
          </p15:clr>
        </p15:guide>
        <p15:guide id="9" orient="horz" pos="240">
          <p15:clr>
            <a:srgbClr val="A4A3A4"/>
          </p15:clr>
        </p15:guide>
        <p15:guide id="10" orient="horz" pos="432">
          <p15:clr>
            <a:srgbClr val="A4A3A4"/>
          </p15:clr>
        </p15:guide>
        <p15:guide id="11" orient="horz" pos="2784">
          <p15:clr>
            <a:srgbClr val="A4A3A4"/>
          </p15:clr>
        </p15:guide>
        <p15:guide id="12" pos="3839">
          <p15:clr>
            <a:srgbClr val="A4A3A4"/>
          </p15:clr>
        </p15:guide>
        <p15:guide id="13" pos="959">
          <p15:clr>
            <a:srgbClr val="A4A3A4"/>
          </p15:clr>
        </p15:guide>
        <p15:guide id="14" pos="6143">
          <p15:clr>
            <a:srgbClr val="A4A3A4"/>
          </p15:clr>
        </p15:guide>
        <p15:guide id="15" pos="1247">
          <p15:clr>
            <a:srgbClr val="A4A3A4"/>
          </p15:clr>
        </p15:guide>
        <p15:guide id="16" pos="7007">
          <p15:clr>
            <a:srgbClr val="A4A3A4"/>
          </p15:clr>
        </p15:guide>
        <p15:guide id="17" pos="5855">
          <p15:clr>
            <a:srgbClr val="A4A3A4"/>
          </p15:clr>
        </p15:guide>
        <p15:guide id="18" pos="671">
          <p15:clr>
            <a:srgbClr val="A4A3A4"/>
          </p15:clr>
        </p15:guide>
        <p15:guide id="19" pos="7151">
          <p15:clr>
            <a:srgbClr val="A4A3A4"/>
          </p15:clr>
        </p15:guide>
        <p15:guide id="20" pos="311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997C"/>
    <a:srgbClr val="F28360"/>
    <a:srgbClr val="003A52"/>
    <a:srgbClr val="E56D55"/>
    <a:srgbClr val="DE9F5B"/>
    <a:srgbClr val="BA6964"/>
    <a:srgbClr val="DB49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F94B23-2029-46C5-AC46-2D4C7D4D5561}" v="381" dt="2025-09-21T10:05:54.218"/>
  </p1510:revLst>
</p1510:revInfo>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2109" autoAdjust="0"/>
  </p:normalViewPr>
  <p:slideViewPr>
    <p:cSldViewPr showGuides="1">
      <p:cViewPr>
        <p:scale>
          <a:sx n="100" d="100"/>
          <a:sy n="100" d="100"/>
        </p:scale>
        <p:origin x="2516" y="1116"/>
      </p:cViewPr>
      <p:guideLst>
        <p:guide orient="horz" pos="2160"/>
        <p:guide orient="horz" pos="4030"/>
        <p:guide orient="horz" pos="1200"/>
        <p:guide orient="horz" pos="1008"/>
        <p:guide orient="horz" pos="3792"/>
        <p:guide orient="horz"/>
        <p:guide orient="horz" pos="3360"/>
        <p:guide orient="horz" pos="3312"/>
        <p:guide orient="horz" pos="240"/>
        <p:guide orient="horz" pos="432"/>
        <p:guide orient="horz" pos="2784"/>
        <p:guide pos="3839"/>
        <p:guide pos="959"/>
        <p:guide pos="6143"/>
        <p:guide pos="1247"/>
        <p:guide pos="7007"/>
        <p:guide pos="5855"/>
        <p:guide pos="671"/>
        <p:guide pos="7151"/>
        <p:guide pos="3119"/>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79" d="100"/>
          <a:sy n="79" d="100"/>
        </p:scale>
        <p:origin x="2496"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9/21/2025</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dirty="0"/>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9/21/2025</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dirty="0"/>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3199CD-3E1B-4AE6-990F-76F925F5EA9F}" type="slidenum">
              <a:rPr lang="en-US" smtClean="0"/>
              <a:t>1</a:t>
            </a:fld>
            <a:endParaRPr lang="en-US" dirty="0"/>
          </a:p>
        </p:txBody>
      </p:sp>
    </p:spTree>
    <p:extLst>
      <p:ext uri="{BB962C8B-B14F-4D97-AF65-F5344CB8AC3E}">
        <p14:creationId xmlns:p14="http://schemas.microsoft.com/office/powerpoint/2010/main" val="343827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2</a:t>
            </a:fld>
            <a:endParaRPr lang="en-US" dirty="0"/>
          </a:p>
        </p:txBody>
      </p:sp>
    </p:spTree>
    <p:extLst>
      <p:ext uri="{BB962C8B-B14F-4D97-AF65-F5344CB8AC3E}">
        <p14:creationId xmlns:p14="http://schemas.microsoft.com/office/powerpoint/2010/main" val="297542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3</a:t>
            </a:fld>
            <a:endParaRPr lang="en-US" dirty="0"/>
          </a:p>
        </p:txBody>
      </p:sp>
    </p:spTree>
    <p:extLst>
      <p:ext uri="{BB962C8B-B14F-4D97-AF65-F5344CB8AC3E}">
        <p14:creationId xmlns:p14="http://schemas.microsoft.com/office/powerpoint/2010/main" val="3851617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340774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434668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933788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3199CD-3E1B-4AE6-990F-76F925F5EA9F}" type="slidenum">
              <a:rPr lang="en-US" smtClean="0"/>
              <a:t>7</a:t>
            </a:fld>
            <a:endParaRPr lang="en-US" dirty="0"/>
          </a:p>
        </p:txBody>
      </p:sp>
    </p:spTree>
    <p:extLst>
      <p:ext uri="{BB962C8B-B14F-4D97-AF65-F5344CB8AC3E}">
        <p14:creationId xmlns:p14="http://schemas.microsoft.com/office/powerpoint/2010/main" val="1380790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681064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8498462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579F1F0E-8DF0-62EB-B3C8-C6E1AEA0259F}"/>
              </a:ext>
            </a:extLst>
          </p:cNvPr>
          <p:cNvGrpSpPr/>
          <p:nvPr userDrawn="1"/>
        </p:nvGrpSpPr>
        <p:grpSpPr>
          <a:xfrm>
            <a:off x="455612" y="830375"/>
            <a:ext cx="11353797" cy="360893"/>
            <a:chOff x="455612" y="830374"/>
            <a:chExt cx="11353797" cy="551233"/>
          </a:xfrm>
          <a:gradFill>
            <a:gsLst>
              <a:gs pos="0">
                <a:schemeClr val="bg2"/>
              </a:gs>
              <a:gs pos="100000">
                <a:schemeClr val="bg2">
                  <a:lumMod val="90000"/>
                  <a:lumOff val="10000"/>
                </a:schemeClr>
              </a:gs>
            </a:gsLst>
            <a:lin ang="16200000" scaled="1"/>
          </a:gradFill>
        </p:grpSpPr>
        <p:sp>
          <p:nvSpPr>
            <p:cNvPr id="32" name="Parallelogram 31">
              <a:extLst>
                <a:ext uri="{FF2B5EF4-FFF2-40B4-BE49-F238E27FC236}">
                  <a16:creationId xmlns:a16="http://schemas.microsoft.com/office/drawing/2014/main" id="{24CC1C1D-653F-14A0-54A0-6492ABCC273D}"/>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3" name="Parallelogram 32">
              <a:extLst>
                <a:ext uri="{FF2B5EF4-FFF2-40B4-BE49-F238E27FC236}">
                  <a16:creationId xmlns:a16="http://schemas.microsoft.com/office/drawing/2014/main" id="{92049B2C-54AB-505F-2572-7CD19C3D968A}"/>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4" name="Parallelogram 33">
              <a:extLst>
                <a:ext uri="{FF2B5EF4-FFF2-40B4-BE49-F238E27FC236}">
                  <a16:creationId xmlns:a16="http://schemas.microsoft.com/office/drawing/2014/main" id="{E23FD261-2FDC-1CD9-A732-906B64F405AB}"/>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5" name="Parallelogram 34">
              <a:extLst>
                <a:ext uri="{FF2B5EF4-FFF2-40B4-BE49-F238E27FC236}">
                  <a16:creationId xmlns:a16="http://schemas.microsoft.com/office/drawing/2014/main" id="{B90AE363-FA57-0E86-3B4F-5E0A0806185D}"/>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6" name="Parallelogram 35">
              <a:extLst>
                <a:ext uri="{FF2B5EF4-FFF2-40B4-BE49-F238E27FC236}">
                  <a16:creationId xmlns:a16="http://schemas.microsoft.com/office/drawing/2014/main" id="{4137775E-DBE1-BA92-6BCD-E9944273E622}"/>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7" name="Parallelogram 36">
              <a:extLst>
                <a:ext uri="{FF2B5EF4-FFF2-40B4-BE49-F238E27FC236}">
                  <a16:creationId xmlns:a16="http://schemas.microsoft.com/office/drawing/2014/main" id="{969524EC-636E-4802-109E-EE71B9D4EB96}"/>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8" name="Parallelogram 37">
              <a:extLst>
                <a:ext uri="{FF2B5EF4-FFF2-40B4-BE49-F238E27FC236}">
                  <a16:creationId xmlns:a16="http://schemas.microsoft.com/office/drawing/2014/main" id="{A03E2BFD-896B-BEC0-29BD-917248BCC6E8}"/>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9" name="Parallelogram 38">
              <a:extLst>
                <a:ext uri="{FF2B5EF4-FFF2-40B4-BE49-F238E27FC236}">
                  <a16:creationId xmlns:a16="http://schemas.microsoft.com/office/drawing/2014/main" id="{849527DE-31CB-858E-9758-616F93A85AE1}"/>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0" name="Parallelogram 39">
              <a:extLst>
                <a:ext uri="{FF2B5EF4-FFF2-40B4-BE49-F238E27FC236}">
                  <a16:creationId xmlns:a16="http://schemas.microsoft.com/office/drawing/2014/main" id="{87C850F0-0452-2D8B-D0FC-FBB759016D05}"/>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1" name="Parallelogram 40">
              <a:extLst>
                <a:ext uri="{FF2B5EF4-FFF2-40B4-BE49-F238E27FC236}">
                  <a16:creationId xmlns:a16="http://schemas.microsoft.com/office/drawing/2014/main" id="{11721AD6-6F30-0F58-A50E-32AF0FFCB1F9}"/>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2" name="Parallelogram 41">
              <a:extLst>
                <a:ext uri="{FF2B5EF4-FFF2-40B4-BE49-F238E27FC236}">
                  <a16:creationId xmlns:a16="http://schemas.microsoft.com/office/drawing/2014/main" id="{31E989A6-CA34-B2A2-552B-4FF5F76F9F40}"/>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3" name="Parallelogram 42">
              <a:extLst>
                <a:ext uri="{FF2B5EF4-FFF2-40B4-BE49-F238E27FC236}">
                  <a16:creationId xmlns:a16="http://schemas.microsoft.com/office/drawing/2014/main" id="{6E8597AB-CD80-E7F0-F72F-40DFF3012FC5}"/>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4" name="Parallelogram 43">
              <a:extLst>
                <a:ext uri="{FF2B5EF4-FFF2-40B4-BE49-F238E27FC236}">
                  <a16:creationId xmlns:a16="http://schemas.microsoft.com/office/drawing/2014/main" id="{B5A2B040-E43D-ED66-F37F-E956857A55FA}"/>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5" name="Parallelogram 44">
              <a:extLst>
                <a:ext uri="{FF2B5EF4-FFF2-40B4-BE49-F238E27FC236}">
                  <a16:creationId xmlns:a16="http://schemas.microsoft.com/office/drawing/2014/main" id="{19B8B1CB-3502-9821-3B34-67B4601C88A7}"/>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46" name="Parallelogram 45">
              <a:extLst>
                <a:ext uri="{FF2B5EF4-FFF2-40B4-BE49-F238E27FC236}">
                  <a16:creationId xmlns:a16="http://schemas.microsoft.com/office/drawing/2014/main" id="{335C657D-422D-A995-B64D-619B6A571325}"/>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47" name="Straight Connector 46">
            <a:extLst>
              <a:ext uri="{FF2B5EF4-FFF2-40B4-BE49-F238E27FC236}">
                <a16:creationId xmlns:a16="http://schemas.microsoft.com/office/drawing/2014/main" id="{3821D693-8EFB-0671-CF70-84C0E591B0C4}"/>
              </a:ext>
            </a:extLst>
          </p:cNvPr>
          <p:cNvCxnSpPr/>
          <p:nvPr userDrawn="1"/>
        </p:nvCxnSpPr>
        <p:spPr>
          <a:xfrm rot="10800000">
            <a:off x="455612" y="144779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F43CFFE-3C15-DA64-2463-80330D89A4B9}"/>
              </a:ext>
            </a:extLst>
          </p:cNvPr>
          <p:cNvCxnSpPr/>
          <p:nvPr userDrawn="1"/>
        </p:nvCxnSpPr>
        <p:spPr>
          <a:xfrm rot="10800000">
            <a:off x="455612" y="119126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7DBBBDCC-257F-24EC-27A6-227D45936C92}"/>
              </a:ext>
            </a:extLst>
          </p:cNvPr>
          <p:cNvSpPr>
            <a:spLocks noGrp="1"/>
          </p:cNvSpPr>
          <p:nvPr>
            <p:ph type="title"/>
          </p:nvPr>
        </p:nvSpPr>
        <p:spPr>
          <a:xfrm>
            <a:off x="3803904" y="1984248"/>
            <a:ext cx="8001000" cy="2359152"/>
          </a:xfrm>
        </p:spPr>
        <p:txBody>
          <a:bodyPr>
            <a:normAutofit/>
          </a:bodyPr>
          <a:lstStyle>
            <a:lvl1pPr algn="l">
              <a:defRPr sz="4400" spc="-150" baseline="0">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3803904" y="4379976"/>
            <a:ext cx="8001000" cy="1033272"/>
          </a:xfrm>
        </p:spPr>
        <p:txBody>
          <a:bodyPr>
            <a:normAutofit/>
          </a:bodyPr>
          <a:lstStyle>
            <a:lvl1pPr marL="0" indent="0" algn="l">
              <a:spcBef>
                <a:spcPts val="0"/>
              </a:spcBef>
              <a:buNone/>
              <a:defRPr sz="1800" b="1" cap="all" spc="2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5" name="Group 4">
            <a:extLst>
              <a:ext uri="{FF2B5EF4-FFF2-40B4-BE49-F238E27FC236}">
                <a16:creationId xmlns:a16="http://schemas.microsoft.com/office/drawing/2014/main" id="{9F4D3A5D-9665-1463-8327-4E15CDD4E786}"/>
              </a:ext>
            </a:extLst>
          </p:cNvPr>
          <p:cNvGrpSpPr/>
          <p:nvPr userDrawn="1"/>
        </p:nvGrpSpPr>
        <p:grpSpPr>
          <a:xfrm>
            <a:off x="982255" y="2281053"/>
            <a:ext cx="2286082" cy="2295894"/>
            <a:chOff x="982255" y="2281053"/>
            <a:chExt cx="2286082" cy="2295894"/>
          </a:xfrm>
        </p:grpSpPr>
        <p:pic>
          <p:nvPicPr>
            <p:cNvPr id="6" name="Graphic 5">
              <a:extLst>
                <a:ext uri="{FF2B5EF4-FFF2-40B4-BE49-F238E27FC236}">
                  <a16:creationId xmlns:a16="http://schemas.microsoft.com/office/drawing/2014/main" id="{B5C18144-9323-970D-DF65-B42D339F53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2255" y="2281053"/>
              <a:ext cx="2286082" cy="2295894"/>
            </a:xfrm>
            <a:prstGeom prst="rect">
              <a:avLst/>
            </a:prstGeom>
          </p:spPr>
        </p:pic>
        <p:sp>
          <p:nvSpPr>
            <p:cNvPr id="10" name="Oval 9">
              <a:extLst>
                <a:ext uri="{FF2B5EF4-FFF2-40B4-BE49-F238E27FC236}">
                  <a16:creationId xmlns:a16="http://schemas.microsoft.com/office/drawing/2014/main" id="{692D720A-50F8-524A-E72A-32B073A15EA3}"/>
                </a:ext>
              </a:extLst>
            </p:cNvPr>
            <p:cNvSpPr/>
            <p:nvPr/>
          </p:nvSpPr>
          <p:spPr>
            <a:xfrm>
              <a:off x="1793080" y="3120710"/>
              <a:ext cx="691763" cy="691763"/>
            </a:xfrm>
            <a:prstGeom prst="ellipse">
              <a:avLst/>
            </a:prstGeom>
            <a:noFill/>
            <a:ln>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49" name="Straight Connector 48">
            <a:extLst>
              <a:ext uri="{FF2B5EF4-FFF2-40B4-BE49-F238E27FC236}">
                <a16:creationId xmlns:a16="http://schemas.microsoft.com/office/drawing/2014/main" id="{29542C9E-426B-E68F-C132-EDEAD07A758E}"/>
              </a:ext>
            </a:extLst>
          </p:cNvPr>
          <p:cNvCxnSpPr/>
          <p:nvPr userDrawn="1"/>
        </p:nvCxnSpPr>
        <p:spPr>
          <a:xfrm rot="10800000">
            <a:off x="455611" y="831038"/>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FA1E96BB-4B51-AF19-15EA-803FCE1BCA9E}"/>
              </a:ext>
            </a:extLst>
          </p:cNvPr>
          <p:cNvGrpSpPr/>
          <p:nvPr userDrawn="1"/>
        </p:nvGrpSpPr>
        <p:grpSpPr>
          <a:xfrm>
            <a:off x="455611" y="5661786"/>
            <a:ext cx="11353797" cy="360893"/>
            <a:chOff x="455612" y="830374"/>
            <a:chExt cx="11353797" cy="551233"/>
          </a:xfrm>
          <a:gradFill>
            <a:gsLst>
              <a:gs pos="0">
                <a:schemeClr val="bg2"/>
              </a:gs>
              <a:gs pos="100000">
                <a:schemeClr val="bg2">
                  <a:lumMod val="90000"/>
                  <a:lumOff val="10000"/>
                </a:schemeClr>
              </a:gs>
            </a:gsLst>
            <a:lin ang="5400000" scaled="0"/>
          </a:gradFill>
        </p:grpSpPr>
        <p:sp>
          <p:nvSpPr>
            <p:cNvPr id="51" name="Parallelogram 50">
              <a:extLst>
                <a:ext uri="{FF2B5EF4-FFF2-40B4-BE49-F238E27FC236}">
                  <a16:creationId xmlns:a16="http://schemas.microsoft.com/office/drawing/2014/main" id="{44788C66-17F7-D9FE-31CB-95EE947F964B}"/>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2" name="Parallelogram 51">
              <a:extLst>
                <a:ext uri="{FF2B5EF4-FFF2-40B4-BE49-F238E27FC236}">
                  <a16:creationId xmlns:a16="http://schemas.microsoft.com/office/drawing/2014/main" id="{31B611EC-0253-A614-C481-A1FCD9B63143}"/>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3" name="Parallelogram 52">
              <a:extLst>
                <a:ext uri="{FF2B5EF4-FFF2-40B4-BE49-F238E27FC236}">
                  <a16:creationId xmlns:a16="http://schemas.microsoft.com/office/drawing/2014/main" id="{03E97C15-99B2-C628-FF01-1760B604D9C8}"/>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4" name="Parallelogram 53">
              <a:extLst>
                <a:ext uri="{FF2B5EF4-FFF2-40B4-BE49-F238E27FC236}">
                  <a16:creationId xmlns:a16="http://schemas.microsoft.com/office/drawing/2014/main" id="{2AEDCD07-A50E-9AD7-7C5F-E6A58BDF0E00}"/>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5" name="Parallelogram 54">
              <a:extLst>
                <a:ext uri="{FF2B5EF4-FFF2-40B4-BE49-F238E27FC236}">
                  <a16:creationId xmlns:a16="http://schemas.microsoft.com/office/drawing/2014/main" id="{2E1F0CA3-2F0D-C8C9-A26C-A94E8F9D5A6B}"/>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6" name="Parallelogram 55">
              <a:extLst>
                <a:ext uri="{FF2B5EF4-FFF2-40B4-BE49-F238E27FC236}">
                  <a16:creationId xmlns:a16="http://schemas.microsoft.com/office/drawing/2014/main" id="{D2E8B704-7C74-5ABD-8551-0F18687DB3AD}"/>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7" name="Parallelogram 56">
              <a:extLst>
                <a:ext uri="{FF2B5EF4-FFF2-40B4-BE49-F238E27FC236}">
                  <a16:creationId xmlns:a16="http://schemas.microsoft.com/office/drawing/2014/main" id="{4DD0D25B-B68E-52C8-F485-82EFD6F534D3}"/>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8" name="Parallelogram 57">
              <a:extLst>
                <a:ext uri="{FF2B5EF4-FFF2-40B4-BE49-F238E27FC236}">
                  <a16:creationId xmlns:a16="http://schemas.microsoft.com/office/drawing/2014/main" id="{C0F9169B-78AC-E723-9732-25A301F5157B}"/>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59" name="Parallelogram 58">
              <a:extLst>
                <a:ext uri="{FF2B5EF4-FFF2-40B4-BE49-F238E27FC236}">
                  <a16:creationId xmlns:a16="http://schemas.microsoft.com/office/drawing/2014/main" id="{D44E897D-3BAE-3070-F317-7B7737736385}"/>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0" name="Parallelogram 59">
              <a:extLst>
                <a:ext uri="{FF2B5EF4-FFF2-40B4-BE49-F238E27FC236}">
                  <a16:creationId xmlns:a16="http://schemas.microsoft.com/office/drawing/2014/main" id="{D12434D8-E614-02C4-35C5-5A8210624C5D}"/>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1" name="Parallelogram 60">
              <a:extLst>
                <a:ext uri="{FF2B5EF4-FFF2-40B4-BE49-F238E27FC236}">
                  <a16:creationId xmlns:a16="http://schemas.microsoft.com/office/drawing/2014/main" id="{25D0EC30-F0CD-7028-07C6-31A0A46F5687}"/>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2" name="Parallelogram 61">
              <a:extLst>
                <a:ext uri="{FF2B5EF4-FFF2-40B4-BE49-F238E27FC236}">
                  <a16:creationId xmlns:a16="http://schemas.microsoft.com/office/drawing/2014/main" id="{15C53FD7-0571-AFB4-76B8-C165647B0CF8}"/>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3" name="Parallelogram 62">
              <a:extLst>
                <a:ext uri="{FF2B5EF4-FFF2-40B4-BE49-F238E27FC236}">
                  <a16:creationId xmlns:a16="http://schemas.microsoft.com/office/drawing/2014/main" id="{F8C6A87F-6FA6-0F77-131A-0AE2A7E5FEBB}"/>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4" name="Parallelogram 63">
              <a:extLst>
                <a:ext uri="{FF2B5EF4-FFF2-40B4-BE49-F238E27FC236}">
                  <a16:creationId xmlns:a16="http://schemas.microsoft.com/office/drawing/2014/main" id="{4696A920-0DEB-EB7A-DD1B-6ECABD381673}"/>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65" name="Parallelogram 64">
              <a:extLst>
                <a:ext uri="{FF2B5EF4-FFF2-40B4-BE49-F238E27FC236}">
                  <a16:creationId xmlns:a16="http://schemas.microsoft.com/office/drawing/2014/main" id="{FFD56427-82E5-DFD7-1956-AEFF3610C52D}"/>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66" name="Group 65">
            <a:extLst>
              <a:ext uri="{FF2B5EF4-FFF2-40B4-BE49-F238E27FC236}">
                <a16:creationId xmlns:a16="http://schemas.microsoft.com/office/drawing/2014/main" id="{965F467F-C705-E684-A579-DB2879650B17}"/>
              </a:ext>
            </a:extLst>
          </p:cNvPr>
          <p:cNvGrpSpPr/>
          <p:nvPr userDrawn="1"/>
        </p:nvGrpSpPr>
        <p:grpSpPr>
          <a:xfrm>
            <a:off x="455617" y="5410200"/>
            <a:ext cx="11353792" cy="616755"/>
            <a:chOff x="760415" y="7127111"/>
            <a:chExt cx="10286999" cy="1148707"/>
          </a:xfrm>
        </p:grpSpPr>
        <p:cxnSp>
          <p:nvCxnSpPr>
            <p:cNvPr id="67" name="Straight Connector 66">
              <a:extLst>
                <a:ext uri="{FF2B5EF4-FFF2-40B4-BE49-F238E27FC236}">
                  <a16:creationId xmlns:a16="http://schemas.microsoft.com/office/drawing/2014/main" id="{2F18B3D9-7217-BFE4-FE9A-DEDDDB26C748}"/>
                </a:ext>
              </a:extLst>
            </p:cNvPr>
            <p:cNvCxnSpPr/>
            <p:nvPr/>
          </p:nvCxnSpPr>
          <p:spPr>
            <a:xfrm>
              <a:off x="760416" y="8275818"/>
              <a:ext cx="1028699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675D9E7-2DF6-6560-CC21-E81551E9AB0A}"/>
                </a:ext>
              </a:extLst>
            </p:cNvPr>
            <p:cNvCxnSpPr/>
            <p:nvPr/>
          </p:nvCxnSpPr>
          <p:spPr>
            <a:xfrm>
              <a:off x="760415" y="7127111"/>
              <a:ext cx="102869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69" name="Straight Connector 68">
            <a:extLst>
              <a:ext uri="{FF2B5EF4-FFF2-40B4-BE49-F238E27FC236}">
                <a16:creationId xmlns:a16="http://schemas.microsoft.com/office/drawing/2014/main" id="{8DDEDD67-EA3D-363D-8A40-D49E5F1B4C1C}"/>
              </a:ext>
            </a:extLst>
          </p:cNvPr>
          <p:cNvCxnSpPr/>
          <p:nvPr userDrawn="1"/>
        </p:nvCxnSpPr>
        <p:spPr>
          <a:xfrm>
            <a:off x="455617" y="5666723"/>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80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E7153E3-4FAF-5038-3E06-59C31F3C1FB3}"/>
              </a:ext>
            </a:extLst>
          </p:cNvPr>
          <p:cNvGrpSpPr/>
          <p:nvPr userDrawn="1"/>
        </p:nvGrpSpPr>
        <p:grpSpPr>
          <a:xfrm>
            <a:off x="456096" y="825273"/>
            <a:ext cx="5812452" cy="1469999"/>
            <a:chOff x="457033" y="830370"/>
            <a:chExt cx="5812452" cy="2065186"/>
          </a:xfrm>
        </p:grpSpPr>
        <p:grpSp>
          <p:nvGrpSpPr>
            <p:cNvPr id="7" name="Group 6">
              <a:extLst>
                <a:ext uri="{FF2B5EF4-FFF2-40B4-BE49-F238E27FC236}">
                  <a16:creationId xmlns:a16="http://schemas.microsoft.com/office/drawing/2014/main" id="{47E83417-C739-7E6A-1A1E-66C3A939437F}"/>
                </a:ext>
              </a:extLst>
            </p:cNvPr>
            <p:cNvGrpSpPr/>
            <p:nvPr/>
          </p:nvGrpSpPr>
          <p:grpSpPr>
            <a:xfrm>
              <a:off x="457033" y="830370"/>
              <a:ext cx="5812452" cy="2065186"/>
              <a:chOff x="8710542" y="4028386"/>
              <a:chExt cx="5280721" cy="1876260"/>
            </a:xfrm>
          </p:grpSpPr>
          <p:sp>
            <p:nvSpPr>
              <p:cNvPr id="11" name="Parallelogram 10">
                <a:extLst>
                  <a:ext uri="{FF2B5EF4-FFF2-40B4-BE49-F238E27FC236}">
                    <a16:creationId xmlns:a16="http://schemas.microsoft.com/office/drawing/2014/main" id="{9506D605-7BD2-DBFC-DB13-E043D25FFA58}"/>
                  </a:ext>
                </a:extLst>
              </p:cNvPr>
              <p:cNvSpPr/>
              <p:nvPr/>
            </p:nvSpPr>
            <p:spPr>
              <a:xfrm>
                <a:off x="8710542"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1257EFF3-5056-A157-A797-3494AFA4704F}"/>
                  </a:ext>
                </a:extLst>
              </p:cNvPr>
              <p:cNvGrpSpPr/>
              <p:nvPr/>
            </p:nvGrpSpPr>
            <p:grpSpPr>
              <a:xfrm>
                <a:off x="8720638" y="4038595"/>
                <a:ext cx="753919" cy="1414370"/>
                <a:chOff x="8720635" y="4038595"/>
                <a:chExt cx="794638" cy="1490760"/>
              </a:xfrm>
            </p:grpSpPr>
            <p:sp>
              <p:nvSpPr>
                <p:cNvPr id="18" name="Isosceles Triangle 42">
                  <a:extLst>
                    <a:ext uri="{FF2B5EF4-FFF2-40B4-BE49-F238E27FC236}">
                      <a16:creationId xmlns:a16="http://schemas.microsoft.com/office/drawing/2014/main" id="{7A4C9B86-B935-82A0-D658-EBB7D17E7381}"/>
                    </a:ext>
                  </a:extLst>
                </p:cNvPr>
                <p:cNvSpPr/>
                <p:nvPr/>
              </p:nvSpPr>
              <p:spPr>
                <a:xfrm rot="10800000">
                  <a:off x="8720635" y="4038595"/>
                  <a:ext cx="794638" cy="1490760"/>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9" name="Isosceles Triangle 43">
                  <a:extLst>
                    <a:ext uri="{FF2B5EF4-FFF2-40B4-BE49-F238E27FC236}">
                      <a16:creationId xmlns:a16="http://schemas.microsoft.com/office/drawing/2014/main" id="{3AF50299-1EA6-1864-EDAC-C3E6877A47C9}"/>
                    </a:ext>
                  </a:extLst>
                </p:cNvPr>
                <p:cNvSpPr/>
                <p:nvPr/>
              </p:nvSpPr>
              <p:spPr>
                <a:xfrm rot="10800000">
                  <a:off x="8728687" y="4045437"/>
                  <a:ext cx="298605" cy="49495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13" name="Parallelogram 12">
                <a:extLst>
                  <a:ext uri="{FF2B5EF4-FFF2-40B4-BE49-F238E27FC236}">
                    <a16:creationId xmlns:a16="http://schemas.microsoft.com/office/drawing/2014/main" id="{04CF649A-DFC6-1BF8-0270-752AAA9CEDD6}"/>
                  </a:ext>
                </a:extLst>
              </p:cNvPr>
              <p:cNvSpPr/>
              <p:nvPr/>
            </p:nvSpPr>
            <p:spPr>
              <a:xfrm>
                <a:off x="9439065" y="4028386"/>
                <a:ext cx="1522674" cy="1832173"/>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4" name="Parallelogram 13">
                <a:extLst>
                  <a:ext uri="{FF2B5EF4-FFF2-40B4-BE49-F238E27FC236}">
                    <a16:creationId xmlns:a16="http://schemas.microsoft.com/office/drawing/2014/main" id="{90108786-C7D0-954D-E8A3-AF7C673DEFA1}"/>
                  </a:ext>
                </a:extLst>
              </p:cNvPr>
              <p:cNvSpPr/>
              <p:nvPr/>
            </p:nvSpPr>
            <p:spPr>
              <a:xfrm>
                <a:off x="10161561"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0C3DC63D-6304-DCBF-34B3-0EBBEC1F9065}"/>
                  </a:ext>
                </a:extLst>
              </p:cNvPr>
              <p:cNvGrpSpPr/>
              <p:nvPr/>
            </p:nvGrpSpPr>
            <p:grpSpPr>
              <a:xfrm>
                <a:off x="13172716" y="4417422"/>
                <a:ext cx="818547" cy="1487224"/>
                <a:chOff x="13190867" y="4398032"/>
                <a:chExt cx="829443" cy="1507020"/>
              </a:xfrm>
            </p:grpSpPr>
            <p:sp>
              <p:nvSpPr>
                <p:cNvPr id="16" name="Isosceles Triangle 40">
                  <a:extLst>
                    <a:ext uri="{FF2B5EF4-FFF2-40B4-BE49-F238E27FC236}">
                      <a16:creationId xmlns:a16="http://schemas.microsoft.com/office/drawing/2014/main" id="{6B52CBF4-8599-BFF2-4482-EEE46A5F9AF4}"/>
                    </a:ext>
                  </a:extLst>
                </p:cNvPr>
                <p:cNvSpPr/>
                <p:nvPr/>
              </p:nvSpPr>
              <p:spPr>
                <a:xfrm>
                  <a:off x="13190867" y="4398032"/>
                  <a:ext cx="829442" cy="1469372"/>
                </a:xfrm>
                <a:prstGeom prst="triangle">
                  <a:avLst>
                    <a:gd name="adj" fmla="val 988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7" name="Isosceles Triangle 41">
                  <a:extLst>
                    <a:ext uri="{FF2B5EF4-FFF2-40B4-BE49-F238E27FC236}">
                      <a16:creationId xmlns:a16="http://schemas.microsoft.com/office/drawing/2014/main" id="{042C9065-C8B2-7FDF-02E8-2C9F4269F51F}"/>
                    </a:ext>
                  </a:extLst>
                </p:cNvPr>
                <p:cNvSpPr/>
                <p:nvPr/>
              </p:nvSpPr>
              <p:spPr>
                <a:xfrm>
                  <a:off x="13649993" y="5186464"/>
                  <a:ext cx="370317" cy="71858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sp>
          <p:nvSpPr>
            <p:cNvPr id="8" name="Parallelogram 7">
              <a:extLst>
                <a:ext uri="{FF2B5EF4-FFF2-40B4-BE49-F238E27FC236}">
                  <a16:creationId xmlns:a16="http://schemas.microsoft.com/office/drawing/2014/main" id="{7A190318-A06B-CC6B-18D2-C2B0A8150403}"/>
                </a:ext>
              </a:extLst>
            </p:cNvPr>
            <p:cNvSpPr/>
            <p:nvPr/>
          </p:nvSpPr>
          <p:spPr>
            <a:xfrm>
              <a:off x="28892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9" name="Parallelogram 8">
              <a:extLst>
                <a:ext uri="{FF2B5EF4-FFF2-40B4-BE49-F238E27FC236}">
                  <a16:creationId xmlns:a16="http://schemas.microsoft.com/office/drawing/2014/main" id="{FEEE936E-06C8-2235-5084-73FE99F4D1CA}"/>
                </a:ext>
              </a:extLst>
            </p:cNvPr>
            <p:cNvSpPr/>
            <p:nvPr/>
          </p:nvSpPr>
          <p:spPr>
            <a:xfrm>
              <a:off x="37207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0" name="Parallelogram 9">
              <a:extLst>
                <a:ext uri="{FF2B5EF4-FFF2-40B4-BE49-F238E27FC236}">
                  <a16:creationId xmlns:a16="http://schemas.microsoft.com/office/drawing/2014/main" id="{F084BE1D-78B4-6DAB-93E4-251AC62C1350}"/>
                </a:ext>
              </a:extLst>
            </p:cNvPr>
            <p:cNvSpPr/>
            <p:nvPr/>
          </p:nvSpPr>
          <p:spPr>
            <a:xfrm>
              <a:off x="4550954"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1EA096FF-DA4D-A343-D4C0-23DE487905E1}"/>
              </a:ext>
            </a:extLst>
          </p:cNvPr>
          <p:cNvGrpSpPr/>
          <p:nvPr userDrawn="1"/>
        </p:nvGrpSpPr>
        <p:grpSpPr>
          <a:xfrm>
            <a:off x="455611" y="4572000"/>
            <a:ext cx="5812452" cy="1469999"/>
            <a:chOff x="457033" y="830370"/>
            <a:chExt cx="5812452" cy="2065186"/>
          </a:xfrm>
        </p:grpSpPr>
        <p:grpSp>
          <p:nvGrpSpPr>
            <p:cNvPr id="21" name="Group 20">
              <a:extLst>
                <a:ext uri="{FF2B5EF4-FFF2-40B4-BE49-F238E27FC236}">
                  <a16:creationId xmlns:a16="http://schemas.microsoft.com/office/drawing/2014/main" id="{498E795A-DDAB-7E87-CB74-F3C9400DAA07}"/>
                </a:ext>
              </a:extLst>
            </p:cNvPr>
            <p:cNvGrpSpPr/>
            <p:nvPr/>
          </p:nvGrpSpPr>
          <p:grpSpPr>
            <a:xfrm>
              <a:off x="457033" y="830370"/>
              <a:ext cx="5812452" cy="2065186"/>
              <a:chOff x="8710542" y="4028386"/>
              <a:chExt cx="5280721" cy="1876260"/>
            </a:xfrm>
          </p:grpSpPr>
          <p:sp>
            <p:nvSpPr>
              <p:cNvPr id="25" name="Parallelogram 24">
                <a:extLst>
                  <a:ext uri="{FF2B5EF4-FFF2-40B4-BE49-F238E27FC236}">
                    <a16:creationId xmlns:a16="http://schemas.microsoft.com/office/drawing/2014/main" id="{2842CD96-6F19-C2E7-DB53-F591695BFBFD}"/>
                  </a:ext>
                </a:extLst>
              </p:cNvPr>
              <p:cNvSpPr/>
              <p:nvPr/>
            </p:nvSpPr>
            <p:spPr>
              <a:xfrm>
                <a:off x="8710542"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168D220F-2EBD-A806-C9C2-3C1B91FB55A9}"/>
                  </a:ext>
                </a:extLst>
              </p:cNvPr>
              <p:cNvGrpSpPr/>
              <p:nvPr/>
            </p:nvGrpSpPr>
            <p:grpSpPr>
              <a:xfrm>
                <a:off x="8720638" y="4038595"/>
                <a:ext cx="753919" cy="1414370"/>
                <a:chOff x="8720635" y="4038595"/>
                <a:chExt cx="794638" cy="1490760"/>
              </a:xfrm>
            </p:grpSpPr>
            <p:sp>
              <p:nvSpPr>
                <p:cNvPr id="32" name="Isosceles Triangle 42">
                  <a:extLst>
                    <a:ext uri="{FF2B5EF4-FFF2-40B4-BE49-F238E27FC236}">
                      <a16:creationId xmlns:a16="http://schemas.microsoft.com/office/drawing/2014/main" id="{BB1DE0C2-5412-A76E-69E1-3A57548DA2C0}"/>
                    </a:ext>
                  </a:extLst>
                </p:cNvPr>
                <p:cNvSpPr/>
                <p:nvPr/>
              </p:nvSpPr>
              <p:spPr>
                <a:xfrm rot="10800000">
                  <a:off x="8720635" y="4038595"/>
                  <a:ext cx="794638" cy="1490760"/>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3" name="Isosceles Triangle 43">
                  <a:extLst>
                    <a:ext uri="{FF2B5EF4-FFF2-40B4-BE49-F238E27FC236}">
                      <a16:creationId xmlns:a16="http://schemas.microsoft.com/office/drawing/2014/main" id="{3D50BC3F-930B-FB72-0B5F-CEEFA2FA8FA0}"/>
                    </a:ext>
                  </a:extLst>
                </p:cNvPr>
                <p:cNvSpPr/>
                <p:nvPr/>
              </p:nvSpPr>
              <p:spPr>
                <a:xfrm rot="10800000">
                  <a:off x="8728687" y="4045437"/>
                  <a:ext cx="298605" cy="49495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27" name="Parallelogram 26">
                <a:extLst>
                  <a:ext uri="{FF2B5EF4-FFF2-40B4-BE49-F238E27FC236}">
                    <a16:creationId xmlns:a16="http://schemas.microsoft.com/office/drawing/2014/main" id="{F0CB9AE1-299B-0510-3AB7-F2F04AFD95EB}"/>
                  </a:ext>
                </a:extLst>
              </p:cNvPr>
              <p:cNvSpPr/>
              <p:nvPr/>
            </p:nvSpPr>
            <p:spPr>
              <a:xfrm>
                <a:off x="9439065" y="4028386"/>
                <a:ext cx="1522674" cy="1832173"/>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8" name="Parallelogram 27">
                <a:extLst>
                  <a:ext uri="{FF2B5EF4-FFF2-40B4-BE49-F238E27FC236}">
                    <a16:creationId xmlns:a16="http://schemas.microsoft.com/office/drawing/2014/main" id="{4980405C-D948-1A58-EC49-ED0B23B548AB}"/>
                  </a:ext>
                </a:extLst>
              </p:cNvPr>
              <p:cNvSpPr/>
              <p:nvPr/>
            </p:nvSpPr>
            <p:spPr>
              <a:xfrm>
                <a:off x="10161561"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7F270D1C-3800-E1FC-9565-BFBE2F1A59EE}"/>
                  </a:ext>
                </a:extLst>
              </p:cNvPr>
              <p:cNvGrpSpPr/>
              <p:nvPr/>
            </p:nvGrpSpPr>
            <p:grpSpPr>
              <a:xfrm>
                <a:off x="13172716" y="4417422"/>
                <a:ext cx="818547" cy="1487224"/>
                <a:chOff x="13190867" y="4398032"/>
                <a:chExt cx="829443" cy="1507020"/>
              </a:xfrm>
            </p:grpSpPr>
            <p:sp>
              <p:nvSpPr>
                <p:cNvPr id="30" name="Isosceles Triangle 40">
                  <a:extLst>
                    <a:ext uri="{FF2B5EF4-FFF2-40B4-BE49-F238E27FC236}">
                      <a16:creationId xmlns:a16="http://schemas.microsoft.com/office/drawing/2014/main" id="{F3BD1C8B-91DF-FCC8-CD61-449251E29867}"/>
                    </a:ext>
                  </a:extLst>
                </p:cNvPr>
                <p:cNvSpPr/>
                <p:nvPr/>
              </p:nvSpPr>
              <p:spPr>
                <a:xfrm>
                  <a:off x="13190867" y="4398032"/>
                  <a:ext cx="829442" cy="1469372"/>
                </a:xfrm>
                <a:prstGeom prst="triangle">
                  <a:avLst>
                    <a:gd name="adj" fmla="val 988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31" name="Isosceles Triangle 41">
                  <a:extLst>
                    <a:ext uri="{FF2B5EF4-FFF2-40B4-BE49-F238E27FC236}">
                      <a16:creationId xmlns:a16="http://schemas.microsoft.com/office/drawing/2014/main" id="{AFB2A733-589E-F734-652F-24BE73548569}"/>
                    </a:ext>
                  </a:extLst>
                </p:cNvPr>
                <p:cNvSpPr/>
                <p:nvPr/>
              </p:nvSpPr>
              <p:spPr>
                <a:xfrm>
                  <a:off x="13649993" y="5186464"/>
                  <a:ext cx="370317" cy="71858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sp>
          <p:nvSpPr>
            <p:cNvPr id="22" name="Parallelogram 21">
              <a:extLst>
                <a:ext uri="{FF2B5EF4-FFF2-40B4-BE49-F238E27FC236}">
                  <a16:creationId xmlns:a16="http://schemas.microsoft.com/office/drawing/2014/main" id="{7851D053-622F-D591-749F-3F8F85CB8706}"/>
                </a:ext>
              </a:extLst>
            </p:cNvPr>
            <p:cNvSpPr/>
            <p:nvPr/>
          </p:nvSpPr>
          <p:spPr>
            <a:xfrm>
              <a:off x="28892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3" name="Parallelogram 22">
              <a:extLst>
                <a:ext uri="{FF2B5EF4-FFF2-40B4-BE49-F238E27FC236}">
                  <a16:creationId xmlns:a16="http://schemas.microsoft.com/office/drawing/2014/main" id="{65BD8778-F92B-F561-5C9F-4E28D2BAE444}"/>
                </a:ext>
              </a:extLst>
            </p:cNvPr>
            <p:cNvSpPr/>
            <p:nvPr/>
          </p:nvSpPr>
          <p:spPr>
            <a:xfrm>
              <a:off x="37207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4" name="Parallelogram 23">
              <a:extLst>
                <a:ext uri="{FF2B5EF4-FFF2-40B4-BE49-F238E27FC236}">
                  <a16:creationId xmlns:a16="http://schemas.microsoft.com/office/drawing/2014/main" id="{3078A0F2-8500-3B61-7CB7-C06B717BC7B3}"/>
                </a:ext>
              </a:extLst>
            </p:cNvPr>
            <p:cNvSpPr/>
            <p:nvPr/>
          </p:nvSpPr>
          <p:spPr>
            <a:xfrm>
              <a:off x="4550954"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34" name="Straight Connector 33">
            <a:extLst>
              <a:ext uri="{FF2B5EF4-FFF2-40B4-BE49-F238E27FC236}">
                <a16:creationId xmlns:a16="http://schemas.microsoft.com/office/drawing/2014/main" id="{16F49FA9-9C63-477D-9647-E85476276144}"/>
              </a:ext>
            </a:extLst>
          </p:cNvPr>
          <p:cNvCxnSpPr/>
          <p:nvPr userDrawn="1"/>
        </p:nvCxnSpPr>
        <p:spPr>
          <a:xfrm>
            <a:off x="6246813" y="831037"/>
            <a:ext cx="0" cy="519525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BCD77793-980F-C12A-4C1F-8E5CF2312BCB}"/>
              </a:ext>
            </a:extLst>
          </p:cNvPr>
          <p:cNvGrpSpPr/>
          <p:nvPr userDrawn="1"/>
        </p:nvGrpSpPr>
        <p:grpSpPr>
          <a:xfrm>
            <a:off x="453810" y="2277215"/>
            <a:ext cx="5804109" cy="2302786"/>
            <a:chOff x="379667" y="2277215"/>
            <a:chExt cx="5651371" cy="2302786"/>
          </a:xfrm>
        </p:grpSpPr>
        <p:cxnSp>
          <p:nvCxnSpPr>
            <p:cNvPr id="36" name="Straight Connector 35">
              <a:extLst>
                <a:ext uri="{FF2B5EF4-FFF2-40B4-BE49-F238E27FC236}">
                  <a16:creationId xmlns:a16="http://schemas.microsoft.com/office/drawing/2014/main" id="{0666CF6D-7BC9-C8C9-5F6E-1ABD405AF2F1}"/>
                </a:ext>
              </a:extLst>
            </p:cNvPr>
            <p:cNvCxnSpPr>
              <a:cxnSpLocks/>
            </p:cNvCxnSpPr>
            <p:nvPr/>
          </p:nvCxnSpPr>
          <p:spPr>
            <a:xfrm flipH="1">
              <a:off x="379667" y="2277215"/>
              <a:ext cx="56388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5055B61-28A3-530B-B84F-BBE72252970B}"/>
                </a:ext>
              </a:extLst>
            </p:cNvPr>
            <p:cNvCxnSpPr>
              <a:cxnSpLocks/>
            </p:cNvCxnSpPr>
            <p:nvPr/>
          </p:nvCxnSpPr>
          <p:spPr>
            <a:xfrm>
              <a:off x="392243" y="4580001"/>
              <a:ext cx="5638795"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F4B99DA4-D361-CB3B-1C65-E043624F851D}"/>
              </a:ext>
            </a:extLst>
          </p:cNvPr>
          <p:cNvCxnSpPr/>
          <p:nvPr userDrawn="1"/>
        </p:nvCxnSpPr>
        <p:spPr>
          <a:xfrm rot="10800000">
            <a:off x="455611" y="831038"/>
            <a:ext cx="11353793"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4EB66D9-438A-25D6-4477-C6587095FFD0}"/>
              </a:ext>
            </a:extLst>
          </p:cNvPr>
          <p:cNvCxnSpPr/>
          <p:nvPr userDrawn="1"/>
        </p:nvCxnSpPr>
        <p:spPr>
          <a:xfrm>
            <a:off x="455618" y="6026955"/>
            <a:ext cx="1135379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4C98393-F36D-0E2E-7C65-156C35874895}"/>
              </a:ext>
            </a:extLst>
          </p:cNvPr>
          <p:cNvSpPr>
            <a:spLocks noGrp="1"/>
          </p:cNvSpPr>
          <p:nvPr>
            <p:ph type="title"/>
          </p:nvPr>
        </p:nvSpPr>
        <p:spPr>
          <a:xfrm>
            <a:off x="455602" y="2295272"/>
            <a:ext cx="5788152" cy="2284060"/>
          </a:xfrm>
        </p:spPr>
        <p:txBody>
          <a:bodyPr/>
          <a:lstStyle/>
          <a:p>
            <a:r>
              <a:rPr lang="en-US" dirty="0"/>
              <a:t>Click to edit Master title style</a:t>
            </a:r>
          </a:p>
        </p:txBody>
      </p:sp>
      <p:sp>
        <p:nvSpPr>
          <p:cNvPr id="41" name="Content Placeholder 40">
            <a:extLst>
              <a:ext uri="{FF2B5EF4-FFF2-40B4-BE49-F238E27FC236}">
                <a16:creationId xmlns:a16="http://schemas.microsoft.com/office/drawing/2014/main" id="{C19160C8-ECEB-7240-9ABC-EF687B108C4A}"/>
              </a:ext>
            </a:extLst>
          </p:cNvPr>
          <p:cNvSpPr>
            <a:spLocks noGrp="1"/>
          </p:cNvSpPr>
          <p:nvPr>
            <p:ph sz="quarter" idx="13"/>
          </p:nvPr>
        </p:nvSpPr>
        <p:spPr>
          <a:xfrm>
            <a:off x="6775704" y="990600"/>
            <a:ext cx="4576508" cy="4938713"/>
          </a:xfrm>
        </p:spPr>
        <p:txBody>
          <a:bodyPr anchor="ctr"/>
          <a:lstStyle>
            <a:lvl1pPr marL="0" indent="0">
              <a:lnSpc>
                <a:spcPct val="150000"/>
              </a:lnSpc>
              <a:spcBef>
                <a:spcPts val="0"/>
              </a:spcBef>
              <a:buNone/>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FAB1309-6FE3-0960-7BB1-BDE74FC2D615}"/>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D63F6282-234B-8776-F76F-A59B8040AD36}"/>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31EEF7EA-493F-E798-EEAB-43E3F04C8E94}"/>
              </a:ext>
            </a:extLst>
          </p:cNvPr>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3527967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top and content lef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7EA237-29E4-C9E5-1412-45F20A771318}"/>
              </a:ext>
            </a:extLst>
          </p:cNvPr>
          <p:cNvGrpSpPr/>
          <p:nvPr userDrawn="1"/>
        </p:nvGrpSpPr>
        <p:grpSpPr>
          <a:xfrm>
            <a:off x="6048174" y="831032"/>
            <a:ext cx="5732456" cy="364609"/>
            <a:chOff x="6019602" y="5661675"/>
            <a:chExt cx="5732456" cy="364609"/>
          </a:xfrm>
        </p:grpSpPr>
        <p:sp>
          <p:nvSpPr>
            <p:cNvPr id="7" name="Parallelogram 6">
              <a:extLst>
                <a:ext uri="{FF2B5EF4-FFF2-40B4-BE49-F238E27FC236}">
                  <a16:creationId xmlns:a16="http://schemas.microsoft.com/office/drawing/2014/main" id="{1067193A-4C41-AD7D-5AE7-4018376E69D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8" name="Parallelogram 7">
              <a:extLst>
                <a:ext uri="{FF2B5EF4-FFF2-40B4-BE49-F238E27FC236}">
                  <a16:creationId xmlns:a16="http://schemas.microsoft.com/office/drawing/2014/main" id="{C2D123BE-1B6C-C770-3900-0879FE097DA6}"/>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9" name="Parallelogram 8">
              <a:extLst>
                <a:ext uri="{FF2B5EF4-FFF2-40B4-BE49-F238E27FC236}">
                  <a16:creationId xmlns:a16="http://schemas.microsoft.com/office/drawing/2014/main" id="{60214242-3860-51C5-20FB-A2DFA298A648}"/>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0" name="Parallelogram 9">
              <a:extLst>
                <a:ext uri="{FF2B5EF4-FFF2-40B4-BE49-F238E27FC236}">
                  <a16:creationId xmlns:a16="http://schemas.microsoft.com/office/drawing/2014/main" id="{960A3393-CF72-9623-16A9-B9F0D4324992}"/>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1" name="Parallelogram 10">
              <a:extLst>
                <a:ext uri="{FF2B5EF4-FFF2-40B4-BE49-F238E27FC236}">
                  <a16:creationId xmlns:a16="http://schemas.microsoft.com/office/drawing/2014/main" id="{9E66747B-3A35-E221-7141-F2675D8B6B3A}"/>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2" name="Parallelogram 11">
              <a:extLst>
                <a:ext uri="{FF2B5EF4-FFF2-40B4-BE49-F238E27FC236}">
                  <a16:creationId xmlns:a16="http://schemas.microsoft.com/office/drawing/2014/main" id="{2BA5F574-F13B-DD46-1569-957B8C2121D0}"/>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3" name="Parallelogram 12">
              <a:extLst>
                <a:ext uri="{FF2B5EF4-FFF2-40B4-BE49-F238E27FC236}">
                  <a16:creationId xmlns:a16="http://schemas.microsoft.com/office/drawing/2014/main" id="{419CF334-9665-5F30-9F58-70950EE0825F}"/>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14" name="Straight Connector 13">
            <a:extLst>
              <a:ext uri="{FF2B5EF4-FFF2-40B4-BE49-F238E27FC236}">
                <a16:creationId xmlns:a16="http://schemas.microsoft.com/office/drawing/2014/main" id="{C7DA8F13-04F3-DE80-D663-1A43C40A1523}"/>
              </a:ext>
            </a:extLst>
          </p:cNvPr>
          <p:cNvCxnSpPr>
            <a:cxnSpLocks/>
          </p:cNvCxnSpPr>
          <p:nvPr userDrawn="1"/>
        </p:nvCxnSpPr>
        <p:spPr>
          <a:xfrm flipH="1">
            <a:off x="6010075" y="3553941"/>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DC861AE-2000-B67A-1013-C065785C8824}"/>
              </a:ext>
            </a:extLst>
          </p:cNvPr>
          <p:cNvCxnSpPr>
            <a:cxnSpLocks/>
          </p:cNvCxnSpPr>
          <p:nvPr userDrawn="1"/>
        </p:nvCxnSpPr>
        <p:spPr>
          <a:xfrm flipH="1">
            <a:off x="6010075" y="1191925"/>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1A56E6F3-93DA-B3EA-46A3-D9DDB8500FE9}"/>
              </a:ext>
            </a:extLst>
          </p:cNvPr>
          <p:cNvGrpSpPr/>
          <p:nvPr userDrawn="1"/>
        </p:nvGrpSpPr>
        <p:grpSpPr>
          <a:xfrm>
            <a:off x="6040759" y="3566068"/>
            <a:ext cx="5732456" cy="364609"/>
            <a:chOff x="6019602" y="5661675"/>
            <a:chExt cx="5732456" cy="364609"/>
          </a:xfrm>
        </p:grpSpPr>
        <p:sp>
          <p:nvSpPr>
            <p:cNvPr id="17" name="Parallelogram 16">
              <a:extLst>
                <a:ext uri="{FF2B5EF4-FFF2-40B4-BE49-F238E27FC236}">
                  <a16:creationId xmlns:a16="http://schemas.microsoft.com/office/drawing/2014/main" id="{D5280277-9E19-9704-ABD4-1C8FD523AF9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8" name="Parallelogram 17">
              <a:extLst>
                <a:ext uri="{FF2B5EF4-FFF2-40B4-BE49-F238E27FC236}">
                  <a16:creationId xmlns:a16="http://schemas.microsoft.com/office/drawing/2014/main" id="{BC067164-AF53-9619-FC03-FDC26E1C9272}"/>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9" name="Parallelogram 18">
              <a:extLst>
                <a:ext uri="{FF2B5EF4-FFF2-40B4-BE49-F238E27FC236}">
                  <a16:creationId xmlns:a16="http://schemas.microsoft.com/office/drawing/2014/main" id="{12F2B5D7-28A9-E995-4985-B550BCA752B9}"/>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0" name="Parallelogram 19">
              <a:extLst>
                <a:ext uri="{FF2B5EF4-FFF2-40B4-BE49-F238E27FC236}">
                  <a16:creationId xmlns:a16="http://schemas.microsoft.com/office/drawing/2014/main" id="{213BCD68-93FC-814A-D777-F85BB289AD61}"/>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1" name="Parallelogram 20">
              <a:extLst>
                <a:ext uri="{FF2B5EF4-FFF2-40B4-BE49-F238E27FC236}">
                  <a16:creationId xmlns:a16="http://schemas.microsoft.com/office/drawing/2014/main" id="{D44736AA-6664-C549-2FAD-8A0CFE27AFA5}"/>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2" name="Parallelogram 21">
              <a:extLst>
                <a:ext uri="{FF2B5EF4-FFF2-40B4-BE49-F238E27FC236}">
                  <a16:creationId xmlns:a16="http://schemas.microsoft.com/office/drawing/2014/main" id="{BC2E2F51-EF4C-75FB-6221-8DB6F4BDC3E6}"/>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3" name="Parallelogram 22">
              <a:extLst>
                <a:ext uri="{FF2B5EF4-FFF2-40B4-BE49-F238E27FC236}">
                  <a16:creationId xmlns:a16="http://schemas.microsoft.com/office/drawing/2014/main" id="{86C815CE-7C62-59B1-BAB4-4397B0C1542B}"/>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24" name="Straight Connector 23">
            <a:extLst>
              <a:ext uri="{FF2B5EF4-FFF2-40B4-BE49-F238E27FC236}">
                <a16:creationId xmlns:a16="http://schemas.microsoft.com/office/drawing/2014/main" id="{ECED2785-56AF-3451-10FB-4E6F9699635B}"/>
              </a:ext>
            </a:extLst>
          </p:cNvPr>
          <p:cNvCxnSpPr>
            <a:cxnSpLocks/>
          </p:cNvCxnSpPr>
          <p:nvPr userDrawn="1"/>
        </p:nvCxnSpPr>
        <p:spPr>
          <a:xfrm flipH="1">
            <a:off x="6019602" y="3919564"/>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5" name="Picture 24" descr="A blue background with white lines&#10;&#10;Description automatically generated">
            <a:extLst>
              <a:ext uri="{FF2B5EF4-FFF2-40B4-BE49-F238E27FC236}">
                <a16:creationId xmlns:a16="http://schemas.microsoft.com/office/drawing/2014/main" id="{E69ACA87-2170-A3D4-B23A-427CA93C20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30437" y="3949700"/>
            <a:ext cx="5753100" cy="2070100"/>
          </a:xfrm>
          <a:prstGeom prst="rect">
            <a:avLst/>
          </a:prstGeom>
        </p:spPr>
      </p:pic>
      <p:cxnSp>
        <p:nvCxnSpPr>
          <p:cNvPr id="26" name="Straight Connector 25">
            <a:extLst>
              <a:ext uri="{FF2B5EF4-FFF2-40B4-BE49-F238E27FC236}">
                <a16:creationId xmlns:a16="http://schemas.microsoft.com/office/drawing/2014/main" id="{8022FA80-17C9-2722-5498-68FDC0326EB4}"/>
              </a:ext>
            </a:extLst>
          </p:cNvPr>
          <p:cNvCxnSpPr/>
          <p:nvPr userDrawn="1"/>
        </p:nvCxnSpPr>
        <p:spPr>
          <a:xfrm>
            <a:off x="6012700" y="831037"/>
            <a:ext cx="0" cy="519525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9E7745F-BACD-DC4C-E55C-899B1D90F3FE}"/>
              </a:ext>
            </a:extLst>
          </p:cNvPr>
          <p:cNvCxnSpPr/>
          <p:nvPr userDrawn="1"/>
        </p:nvCxnSpPr>
        <p:spPr>
          <a:xfrm rot="10800000">
            <a:off x="455611" y="831038"/>
            <a:ext cx="11353793"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itle 1">
            <a:extLst>
              <a:ext uri="{FF2B5EF4-FFF2-40B4-BE49-F238E27FC236}">
                <a16:creationId xmlns:a16="http://schemas.microsoft.com/office/drawing/2014/main" id="{AA0A0B06-0927-9D33-6F76-CBB62C289E16}"/>
              </a:ext>
            </a:extLst>
          </p:cNvPr>
          <p:cNvSpPr>
            <a:spLocks noGrp="1"/>
          </p:cNvSpPr>
          <p:nvPr>
            <p:ph type="title"/>
          </p:nvPr>
        </p:nvSpPr>
        <p:spPr>
          <a:xfrm>
            <a:off x="6016752" y="1229933"/>
            <a:ext cx="5788152" cy="2286000"/>
          </a:xfrm>
        </p:spPr>
        <p:txBody>
          <a:bodyPr/>
          <a:lstStyle/>
          <a:p>
            <a:r>
              <a:rPr lang="en-US"/>
              <a:t>Click to edit Master title style</a:t>
            </a:r>
            <a:endParaRPr lang="en-US" dirty="0"/>
          </a:p>
        </p:txBody>
      </p:sp>
      <p:sp>
        <p:nvSpPr>
          <p:cNvPr id="30" name="Content Placeholder 40">
            <a:extLst>
              <a:ext uri="{FF2B5EF4-FFF2-40B4-BE49-F238E27FC236}">
                <a16:creationId xmlns:a16="http://schemas.microsoft.com/office/drawing/2014/main" id="{23951D4E-C68E-139B-F5B4-4C5307ADD0B1}"/>
              </a:ext>
            </a:extLst>
          </p:cNvPr>
          <p:cNvSpPr>
            <a:spLocks noGrp="1"/>
          </p:cNvSpPr>
          <p:nvPr>
            <p:ph sz="quarter" idx="13"/>
          </p:nvPr>
        </p:nvSpPr>
        <p:spPr>
          <a:xfrm>
            <a:off x="987552" y="990600"/>
            <a:ext cx="4576508" cy="4938713"/>
          </a:xfrm>
        </p:spPr>
        <p:txBody>
          <a:bodyPr anchor="ctr"/>
          <a:lstStyle>
            <a:lvl1pPr marL="228600" indent="-228600">
              <a:lnSpc>
                <a:spcPct val="90000"/>
              </a:lnSpc>
              <a:spcBef>
                <a:spcPts val="1800"/>
              </a:spcBef>
              <a:buFont typeface="Arial" panose="020B0604020202020204" pitchFamily="34" charset="0"/>
              <a:buChar cha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2E8B233-AE33-4CB0-F4DA-8AF182D1A119}"/>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0168337A-F55F-FF31-E2BC-ECDF93A39831}"/>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19202236-DAB8-3C41-8C40-1448CC45C51E}"/>
              </a:ext>
            </a:extLst>
          </p:cNvPr>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2268459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artical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1A60C-5945-8E6F-F895-9ECCDE0CA279}"/>
              </a:ext>
            </a:extLst>
          </p:cNvPr>
          <p:cNvSpPr>
            <a:spLocks noGrp="1"/>
          </p:cNvSpPr>
          <p:nvPr>
            <p:ph type="title"/>
          </p:nvPr>
        </p:nvSpPr>
        <p:spPr>
          <a:xfrm>
            <a:off x="455602" y="1554480"/>
            <a:ext cx="8010144" cy="1673352"/>
          </a:xfrm>
        </p:spPr>
        <p:txBody>
          <a:bodyPr/>
          <a:lstStyle/>
          <a:p>
            <a:r>
              <a:rPr lang="en-US"/>
              <a:t>Click to edit Master title style</a:t>
            </a:r>
          </a:p>
        </p:txBody>
      </p:sp>
      <p:sp>
        <p:nvSpPr>
          <p:cNvPr id="24" name="Content Placeholder 40">
            <a:extLst>
              <a:ext uri="{FF2B5EF4-FFF2-40B4-BE49-F238E27FC236}">
                <a16:creationId xmlns:a16="http://schemas.microsoft.com/office/drawing/2014/main" id="{94875880-BEFD-F3B6-9740-634DB1A7E825}"/>
              </a:ext>
            </a:extLst>
          </p:cNvPr>
          <p:cNvSpPr>
            <a:spLocks noGrp="1"/>
          </p:cNvSpPr>
          <p:nvPr>
            <p:ph sz="quarter" idx="13"/>
          </p:nvPr>
        </p:nvSpPr>
        <p:spPr>
          <a:xfrm>
            <a:off x="987552" y="3255264"/>
            <a:ext cx="6931152" cy="2231136"/>
          </a:xfrm>
        </p:spPr>
        <p:txBody>
          <a:bodyPr anchor="t"/>
          <a:lstStyle>
            <a:lvl1pPr marL="0" indent="0">
              <a:lnSpc>
                <a:spcPct val="150000"/>
              </a:lnSpc>
              <a:spcBef>
                <a:spcPts val="1800"/>
              </a:spcBef>
              <a:buNone/>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1CE9A5-CC43-4AD0-865C-3D797DC46EC3}"/>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60A220C7-F6CD-FDFB-A647-4C0E8A50D54D}"/>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8DF22652-AAA2-F315-D13E-1C179AC885CC}"/>
              </a:ext>
            </a:extLst>
          </p:cNvPr>
          <p:cNvSpPr>
            <a:spLocks noGrp="1"/>
          </p:cNvSpPr>
          <p:nvPr>
            <p:ph type="sldNum" sz="quarter" idx="12"/>
          </p:nvPr>
        </p:nvSpPr>
        <p:spPr/>
        <p:txBody>
          <a:bodyPr/>
          <a:lstStyle/>
          <a:p>
            <a:fld id="{2A013F82-EE5E-44EE-A61D-E31C6657F26F}" type="slidenum">
              <a:rPr lang="en-US" smtClean="0"/>
              <a:pPr/>
              <a:t>‹#›</a:t>
            </a:fld>
            <a:endParaRPr lang="en-US" dirty="0"/>
          </a:p>
        </p:txBody>
      </p:sp>
      <p:pic>
        <p:nvPicPr>
          <p:cNvPr id="6" name="Picture 5" descr="A white line art of a star&#10;&#10;Description automatically generated">
            <a:extLst>
              <a:ext uri="{FF2B5EF4-FFF2-40B4-BE49-F238E27FC236}">
                <a16:creationId xmlns:a16="http://schemas.microsoft.com/office/drawing/2014/main" id="{2CB8D1F2-BB19-789F-7A10-7392738768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67091" y="1197889"/>
            <a:ext cx="3342312" cy="2842886"/>
          </a:xfrm>
          <a:prstGeom prst="rect">
            <a:avLst/>
          </a:prstGeom>
        </p:spPr>
      </p:pic>
      <p:grpSp>
        <p:nvGrpSpPr>
          <p:cNvPr id="7" name="Group 6">
            <a:extLst>
              <a:ext uri="{FF2B5EF4-FFF2-40B4-BE49-F238E27FC236}">
                <a16:creationId xmlns:a16="http://schemas.microsoft.com/office/drawing/2014/main" id="{65A412EB-E0A6-358C-725B-9DE71558A9FA}"/>
              </a:ext>
            </a:extLst>
          </p:cNvPr>
          <p:cNvGrpSpPr/>
          <p:nvPr userDrawn="1"/>
        </p:nvGrpSpPr>
        <p:grpSpPr>
          <a:xfrm>
            <a:off x="8456605" y="4038599"/>
            <a:ext cx="3352811" cy="1835639"/>
            <a:chOff x="8695305" y="4038599"/>
            <a:chExt cx="3088783" cy="1835639"/>
          </a:xfrm>
        </p:grpSpPr>
        <p:grpSp>
          <p:nvGrpSpPr>
            <p:cNvPr id="8" name="Group 7">
              <a:extLst>
                <a:ext uri="{FF2B5EF4-FFF2-40B4-BE49-F238E27FC236}">
                  <a16:creationId xmlns:a16="http://schemas.microsoft.com/office/drawing/2014/main" id="{A8B8258E-A0D6-6490-59A7-8A216AFE77EB}"/>
                </a:ext>
              </a:extLst>
            </p:cNvPr>
            <p:cNvGrpSpPr/>
            <p:nvPr/>
          </p:nvGrpSpPr>
          <p:grpSpPr>
            <a:xfrm>
              <a:off x="8695305" y="4038599"/>
              <a:ext cx="3088783" cy="1835639"/>
              <a:chOff x="8720635" y="4038599"/>
              <a:chExt cx="3088783" cy="1835639"/>
            </a:xfrm>
          </p:grpSpPr>
          <p:grpSp>
            <p:nvGrpSpPr>
              <p:cNvPr id="12" name="Group 11">
                <a:extLst>
                  <a:ext uri="{FF2B5EF4-FFF2-40B4-BE49-F238E27FC236}">
                    <a16:creationId xmlns:a16="http://schemas.microsoft.com/office/drawing/2014/main" id="{8BFAEBDB-6FA7-5CCC-7DBB-B8BB04C1C213}"/>
                  </a:ext>
                </a:extLst>
              </p:cNvPr>
              <p:cNvGrpSpPr/>
              <p:nvPr/>
            </p:nvGrpSpPr>
            <p:grpSpPr>
              <a:xfrm>
                <a:off x="8720635" y="4038599"/>
                <a:ext cx="786090" cy="1262596"/>
                <a:chOff x="8720637" y="4038599"/>
                <a:chExt cx="828547" cy="1330789"/>
              </a:xfrm>
            </p:grpSpPr>
            <p:sp>
              <p:nvSpPr>
                <p:cNvPr id="16" name="Isosceles Triangle 15">
                  <a:extLst>
                    <a:ext uri="{FF2B5EF4-FFF2-40B4-BE49-F238E27FC236}">
                      <a16:creationId xmlns:a16="http://schemas.microsoft.com/office/drawing/2014/main" id="{5B44B970-0217-DCCB-42E0-2E86ADABD14A}"/>
                    </a:ext>
                  </a:extLst>
                </p:cNvPr>
                <p:cNvSpPr/>
                <p:nvPr/>
              </p:nvSpPr>
              <p:spPr>
                <a:xfrm rot="10800000">
                  <a:off x="8720637" y="4038599"/>
                  <a:ext cx="828547" cy="1330789"/>
                </a:xfrm>
                <a:prstGeom prst="triangle">
                  <a:avLst>
                    <a:gd name="adj" fmla="val 100000"/>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7" name="Isosceles Triangle 16">
                  <a:extLst>
                    <a:ext uri="{FF2B5EF4-FFF2-40B4-BE49-F238E27FC236}">
                      <a16:creationId xmlns:a16="http://schemas.microsoft.com/office/drawing/2014/main" id="{36B1F82B-DBBF-7ADE-2EA5-4A0FA5A3FE95}"/>
                    </a:ext>
                  </a:extLst>
                </p:cNvPr>
                <p:cNvSpPr/>
                <p:nvPr/>
              </p:nvSpPr>
              <p:spPr>
                <a:xfrm rot="10800000">
                  <a:off x="8728691" y="4045438"/>
                  <a:ext cx="434657" cy="716002"/>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8CD14DD9-20A8-8575-7A61-D84640F40301}"/>
                  </a:ext>
                </a:extLst>
              </p:cNvPr>
              <p:cNvGrpSpPr/>
              <p:nvPr/>
            </p:nvGrpSpPr>
            <p:grpSpPr>
              <a:xfrm>
                <a:off x="11107428" y="4521119"/>
                <a:ext cx="701990" cy="1353119"/>
                <a:chOff x="11098080" y="4503109"/>
                <a:chExt cx="711334" cy="1371130"/>
              </a:xfrm>
            </p:grpSpPr>
            <p:sp>
              <p:nvSpPr>
                <p:cNvPr id="14" name="Isosceles Triangle 13">
                  <a:extLst>
                    <a:ext uri="{FF2B5EF4-FFF2-40B4-BE49-F238E27FC236}">
                      <a16:creationId xmlns:a16="http://schemas.microsoft.com/office/drawing/2014/main" id="{77CC67D8-1AC0-2439-FC7E-981AD0F7E4C5}"/>
                    </a:ext>
                  </a:extLst>
                </p:cNvPr>
                <p:cNvSpPr/>
                <p:nvPr/>
              </p:nvSpPr>
              <p:spPr>
                <a:xfrm>
                  <a:off x="11098080" y="4503109"/>
                  <a:ext cx="711334" cy="1155412"/>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5" name="Isosceles Triangle 14">
                  <a:extLst>
                    <a:ext uri="{FF2B5EF4-FFF2-40B4-BE49-F238E27FC236}">
                      <a16:creationId xmlns:a16="http://schemas.microsoft.com/office/drawing/2014/main" id="{5D5A6138-F194-F6FC-182B-9F86724A187C}"/>
                    </a:ext>
                  </a:extLst>
                </p:cNvPr>
                <p:cNvSpPr/>
                <p:nvPr/>
              </p:nvSpPr>
              <p:spPr>
                <a:xfrm>
                  <a:off x="11382608" y="5181602"/>
                  <a:ext cx="426803" cy="692637"/>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sp>
          <p:nvSpPr>
            <p:cNvPr id="9" name="Parallelogram 8">
              <a:extLst>
                <a:ext uri="{FF2B5EF4-FFF2-40B4-BE49-F238E27FC236}">
                  <a16:creationId xmlns:a16="http://schemas.microsoft.com/office/drawing/2014/main" id="{4C7B13B7-18D7-207A-021A-D08E4EEA956E}"/>
                </a:ext>
              </a:extLst>
            </p:cNvPr>
            <p:cNvSpPr/>
            <p:nvPr/>
          </p:nvSpPr>
          <p:spPr>
            <a:xfrm>
              <a:off x="8790172" y="4045090"/>
              <a:ext cx="1401587" cy="1621633"/>
            </a:xfrm>
            <a:prstGeom prst="parallelogram">
              <a:avLst>
                <a:gd name="adj" fmla="val 7419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0" name="Parallelogram 9">
              <a:extLst>
                <a:ext uri="{FF2B5EF4-FFF2-40B4-BE49-F238E27FC236}">
                  <a16:creationId xmlns:a16="http://schemas.microsoft.com/office/drawing/2014/main" id="{F3D22A7D-FCB9-6BD1-DB73-C2DF853158EB}"/>
                </a:ext>
              </a:extLst>
            </p:cNvPr>
            <p:cNvSpPr/>
            <p:nvPr/>
          </p:nvSpPr>
          <p:spPr>
            <a:xfrm>
              <a:off x="9538317" y="4045090"/>
              <a:ext cx="1401587" cy="1621633"/>
            </a:xfrm>
            <a:prstGeom prst="parallelogram">
              <a:avLst>
                <a:gd name="adj" fmla="val 7419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1" name="Parallelogram 10">
              <a:extLst>
                <a:ext uri="{FF2B5EF4-FFF2-40B4-BE49-F238E27FC236}">
                  <a16:creationId xmlns:a16="http://schemas.microsoft.com/office/drawing/2014/main" id="{75732992-6CC5-4538-D972-F94812ABC780}"/>
                </a:ext>
              </a:extLst>
            </p:cNvPr>
            <p:cNvSpPr/>
            <p:nvPr/>
          </p:nvSpPr>
          <p:spPr>
            <a:xfrm>
              <a:off x="10325582" y="4045090"/>
              <a:ext cx="1401587" cy="1621633"/>
            </a:xfrm>
            <a:prstGeom prst="parallelogram">
              <a:avLst>
                <a:gd name="adj" fmla="val 7419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18" name="Straight Connector 17">
            <a:extLst>
              <a:ext uri="{FF2B5EF4-FFF2-40B4-BE49-F238E27FC236}">
                <a16:creationId xmlns:a16="http://schemas.microsoft.com/office/drawing/2014/main" id="{A5FD5E00-03A9-DB67-7C55-68BA6AEEAEC9}"/>
              </a:ext>
            </a:extLst>
          </p:cNvPr>
          <p:cNvCxnSpPr>
            <a:cxnSpLocks/>
          </p:cNvCxnSpPr>
          <p:nvPr userDrawn="1"/>
        </p:nvCxnSpPr>
        <p:spPr>
          <a:xfrm>
            <a:off x="8456609" y="4045090"/>
            <a:ext cx="3352794"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0281E0-AEBC-9934-C7A1-645E1CD275F2}"/>
              </a:ext>
            </a:extLst>
          </p:cNvPr>
          <p:cNvCxnSpPr/>
          <p:nvPr userDrawn="1"/>
        </p:nvCxnSpPr>
        <p:spPr>
          <a:xfrm rot="10800000">
            <a:off x="455612" y="119126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03ACEA6-73D4-5663-99B3-7D9CE75F0A60}"/>
              </a:ext>
            </a:extLst>
          </p:cNvPr>
          <p:cNvCxnSpPr/>
          <p:nvPr userDrawn="1"/>
        </p:nvCxnSpPr>
        <p:spPr>
          <a:xfrm>
            <a:off x="455617" y="5666723"/>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EA6D8AF1-5923-E4E6-6F17-4D28FFF59994}"/>
              </a:ext>
            </a:extLst>
          </p:cNvPr>
          <p:cNvGrpSpPr/>
          <p:nvPr userDrawn="1"/>
        </p:nvGrpSpPr>
        <p:grpSpPr>
          <a:xfrm>
            <a:off x="8456609" y="380998"/>
            <a:ext cx="3" cy="6095997"/>
            <a:chOff x="8456609" y="380998"/>
            <a:chExt cx="3" cy="6095997"/>
          </a:xfrm>
        </p:grpSpPr>
        <p:cxnSp>
          <p:nvCxnSpPr>
            <p:cNvPr id="22" name="Straight Connector 21">
              <a:extLst>
                <a:ext uri="{FF2B5EF4-FFF2-40B4-BE49-F238E27FC236}">
                  <a16:creationId xmlns:a16="http://schemas.microsoft.com/office/drawing/2014/main" id="{AC52B6A6-AA68-91B5-DFCC-91DE61FD7B45}"/>
                </a:ext>
              </a:extLst>
            </p:cNvPr>
            <p:cNvCxnSpPr>
              <a:cxnSpLocks/>
            </p:cNvCxnSpPr>
            <p:nvPr/>
          </p:nvCxnSpPr>
          <p:spPr>
            <a:xfrm>
              <a:off x="8456612" y="831037"/>
              <a:ext cx="0" cy="564595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B70480E-2E91-8FA9-74D0-E6505CCB7373}"/>
                </a:ext>
              </a:extLst>
            </p:cNvPr>
            <p:cNvCxnSpPr>
              <a:cxnSpLocks/>
            </p:cNvCxnSpPr>
            <p:nvPr/>
          </p:nvCxnSpPr>
          <p:spPr>
            <a:xfrm flipV="1">
              <a:off x="8456609" y="380998"/>
              <a:ext cx="0" cy="45003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7452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bottom and content left">
    <p:spTree>
      <p:nvGrpSpPr>
        <p:cNvPr id="1" name=""/>
        <p:cNvGrpSpPr/>
        <p:nvPr/>
      </p:nvGrpSpPr>
      <p:grpSpPr>
        <a:xfrm>
          <a:off x="0" y="0"/>
          <a:ext cx="0" cy="0"/>
          <a:chOff x="0" y="0"/>
          <a:chExt cx="0" cy="0"/>
        </a:xfrm>
      </p:grpSpPr>
      <p:pic>
        <p:nvPicPr>
          <p:cNvPr id="6" name="Picture 5" descr="A blue background with white lines&#10;&#10;Description automatically generated">
            <a:extLst>
              <a:ext uri="{FF2B5EF4-FFF2-40B4-BE49-F238E27FC236}">
                <a16:creationId xmlns:a16="http://schemas.microsoft.com/office/drawing/2014/main" id="{A53C4924-6170-D81C-3073-AC4F70D376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6019602" y="844933"/>
            <a:ext cx="5753100" cy="2070100"/>
          </a:xfrm>
          <a:prstGeom prst="rect">
            <a:avLst/>
          </a:prstGeom>
        </p:spPr>
      </p:pic>
      <p:grpSp>
        <p:nvGrpSpPr>
          <p:cNvPr id="7" name="Group 6">
            <a:extLst>
              <a:ext uri="{FF2B5EF4-FFF2-40B4-BE49-F238E27FC236}">
                <a16:creationId xmlns:a16="http://schemas.microsoft.com/office/drawing/2014/main" id="{860591BE-359C-0F5A-1138-94B25A58E12B}"/>
              </a:ext>
            </a:extLst>
          </p:cNvPr>
          <p:cNvGrpSpPr/>
          <p:nvPr userDrawn="1"/>
        </p:nvGrpSpPr>
        <p:grpSpPr>
          <a:xfrm>
            <a:off x="6019602" y="5661675"/>
            <a:ext cx="5732456" cy="364609"/>
            <a:chOff x="6019602" y="5661675"/>
            <a:chExt cx="5732456" cy="364609"/>
          </a:xfrm>
        </p:grpSpPr>
        <p:sp>
          <p:nvSpPr>
            <p:cNvPr id="8" name="Parallelogram 7">
              <a:extLst>
                <a:ext uri="{FF2B5EF4-FFF2-40B4-BE49-F238E27FC236}">
                  <a16:creationId xmlns:a16="http://schemas.microsoft.com/office/drawing/2014/main" id="{6ADEA197-5435-A4D4-5EAE-1361A252E0A6}"/>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9" name="Parallelogram 8">
              <a:extLst>
                <a:ext uri="{FF2B5EF4-FFF2-40B4-BE49-F238E27FC236}">
                  <a16:creationId xmlns:a16="http://schemas.microsoft.com/office/drawing/2014/main" id="{DC4423E0-9271-00AF-97BF-73709650786E}"/>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0" name="Parallelogram 9">
              <a:extLst>
                <a:ext uri="{FF2B5EF4-FFF2-40B4-BE49-F238E27FC236}">
                  <a16:creationId xmlns:a16="http://schemas.microsoft.com/office/drawing/2014/main" id="{4EB03BC1-4B65-6435-8A02-2DFEA9C3517F}"/>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1" name="Parallelogram 10">
              <a:extLst>
                <a:ext uri="{FF2B5EF4-FFF2-40B4-BE49-F238E27FC236}">
                  <a16:creationId xmlns:a16="http://schemas.microsoft.com/office/drawing/2014/main" id="{4C537638-17EB-C516-1197-0FEE7D2163C7}"/>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2" name="Parallelogram 11">
              <a:extLst>
                <a:ext uri="{FF2B5EF4-FFF2-40B4-BE49-F238E27FC236}">
                  <a16:creationId xmlns:a16="http://schemas.microsoft.com/office/drawing/2014/main" id="{4EFC1475-C4BA-8CD0-FAE8-61C54FA7D07C}"/>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3" name="Parallelogram 12">
              <a:extLst>
                <a:ext uri="{FF2B5EF4-FFF2-40B4-BE49-F238E27FC236}">
                  <a16:creationId xmlns:a16="http://schemas.microsoft.com/office/drawing/2014/main" id="{4C4FE30E-05DB-3B4D-2E23-2EEDC4B7325D}"/>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4" name="Parallelogram 13">
              <a:extLst>
                <a:ext uri="{FF2B5EF4-FFF2-40B4-BE49-F238E27FC236}">
                  <a16:creationId xmlns:a16="http://schemas.microsoft.com/office/drawing/2014/main" id="{847BA90D-212A-DF64-6BCB-121DBEE10B88}"/>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7473A8DE-0A6F-FCE9-0242-C26500384204}"/>
              </a:ext>
            </a:extLst>
          </p:cNvPr>
          <p:cNvGrpSpPr/>
          <p:nvPr userDrawn="1"/>
        </p:nvGrpSpPr>
        <p:grpSpPr>
          <a:xfrm>
            <a:off x="6010075" y="3276600"/>
            <a:ext cx="5791199" cy="2381900"/>
            <a:chOff x="455611" y="2307799"/>
            <a:chExt cx="5638801" cy="2381900"/>
          </a:xfrm>
        </p:grpSpPr>
        <p:cxnSp>
          <p:nvCxnSpPr>
            <p:cNvPr id="16" name="Straight Connector 15">
              <a:extLst>
                <a:ext uri="{FF2B5EF4-FFF2-40B4-BE49-F238E27FC236}">
                  <a16:creationId xmlns:a16="http://schemas.microsoft.com/office/drawing/2014/main" id="{591E4C76-3597-67DB-A991-CD68CB9C3D22}"/>
                </a:ext>
              </a:extLst>
            </p:cNvPr>
            <p:cNvCxnSpPr>
              <a:cxnSpLocks/>
            </p:cNvCxnSpPr>
            <p:nvPr/>
          </p:nvCxnSpPr>
          <p:spPr>
            <a:xfrm flipH="1">
              <a:off x="455611" y="2307799"/>
              <a:ext cx="56388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E417CE-9A1C-7D61-7122-C2F215281CE7}"/>
                </a:ext>
              </a:extLst>
            </p:cNvPr>
            <p:cNvCxnSpPr>
              <a:cxnSpLocks/>
            </p:cNvCxnSpPr>
            <p:nvPr/>
          </p:nvCxnSpPr>
          <p:spPr>
            <a:xfrm>
              <a:off x="455611" y="4689699"/>
              <a:ext cx="5638795"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18" name="Straight Connector 17">
            <a:extLst>
              <a:ext uri="{FF2B5EF4-FFF2-40B4-BE49-F238E27FC236}">
                <a16:creationId xmlns:a16="http://schemas.microsoft.com/office/drawing/2014/main" id="{05A720F7-4521-28AA-F0EA-9E594613197B}"/>
              </a:ext>
            </a:extLst>
          </p:cNvPr>
          <p:cNvCxnSpPr/>
          <p:nvPr userDrawn="1"/>
        </p:nvCxnSpPr>
        <p:spPr>
          <a:xfrm>
            <a:off x="6012700" y="831037"/>
            <a:ext cx="0" cy="519525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67BC2822-F3E4-EADA-5A38-B31E5F6F2F93}"/>
              </a:ext>
            </a:extLst>
          </p:cNvPr>
          <p:cNvGrpSpPr/>
          <p:nvPr userDrawn="1"/>
        </p:nvGrpSpPr>
        <p:grpSpPr>
          <a:xfrm>
            <a:off x="6048174" y="2908546"/>
            <a:ext cx="5732456" cy="364609"/>
            <a:chOff x="6019602" y="5661675"/>
            <a:chExt cx="5732456" cy="364609"/>
          </a:xfrm>
        </p:grpSpPr>
        <p:sp>
          <p:nvSpPr>
            <p:cNvPr id="20" name="Parallelogram 19">
              <a:extLst>
                <a:ext uri="{FF2B5EF4-FFF2-40B4-BE49-F238E27FC236}">
                  <a16:creationId xmlns:a16="http://schemas.microsoft.com/office/drawing/2014/main" id="{11D76A43-A8AA-2B5F-2A8D-869C6338F7E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1" name="Parallelogram 20">
              <a:extLst>
                <a:ext uri="{FF2B5EF4-FFF2-40B4-BE49-F238E27FC236}">
                  <a16:creationId xmlns:a16="http://schemas.microsoft.com/office/drawing/2014/main" id="{C3BE4205-C3C1-465F-3522-CFE72D74D46B}"/>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2" name="Parallelogram 21">
              <a:extLst>
                <a:ext uri="{FF2B5EF4-FFF2-40B4-BE49-F238E27FC236}">
                  <a16:creationId xmlns:a16="http://schemas.microsoft.com/office/drawing/2014/main" id="{50623EA4-0737-4606-618E-1E99FC373E96}"/>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3" name="Parallelogram 22">
              <a:extLst>
                <a:ext uri="{FF2B5EF4-FFF2-40B4-BE49-F238E27FC236}">
                  <a16:creationId xmlns:a16="http://schemas.microsoft.com/office/drawing/2014/main" id="{990304E7-4FBA-6560-F1FD-699158903E1F}"/>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4" name="Parallelogram 23">
              <a:extLst>
                <a:ext uri="{FF2B5EF4-FFF2-40B4-BE49-F238E27FC236}">
                  <a16:creationId xmlns:a16="http://schemas.microsoft.com/office/drawing/2014/main" id="{38DF2F8F-A4DE-9A51-5892-F2ABEFC8476E}"/>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5" name="Parallelogram 24">
              <a:extLst>
                <a:ext uri="{FF2B5EF4-FFF2-40B4-BE49-F238E27FC236}">
                  <a16:creationId xmlns:a16="http://schemas.microsoft.com/office/drawing/2014/main" id="{862BEF69-AA65-F49B-5255-29121BDC9C50}"/>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6" name="Parallelogram 25">
              <a:extLst>
                <a:ext uri="{FF2B5EF4-FFF2-40B4-BE49-F238E27FC236}">
                  <a16:creationId xmlns:a16="http://schemas.microsoft.com/office/drawing/2014/main" id="{5AE4A6B4-1E90-6820-016B-4C42992D0343}"/>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cxnSp>
        <p:nvCxnSpPr>
          <p:cNvPr id="27" name="Straight Connector 26">
            <a:extLst>
              <a:ext uri="{FF2B5EF4-FFF2-40B4-BE49-F238E27FC236}">
                <a16:creationId xmlns:a16="http://schemas.microsoft.com/office/drawing/2014/main" id="{1A9FA906-0AF9-E1B8-74E8-F146D4E8BFC1}"/>
              </a:ext>
            </a:extLst>
          </p:cNvPr>
          <p:cNvCxnSpPr>
            <a:cxnSpLocks/>
          </p:cNvCxnSpPr>
          <p:nvPr userDrawn="1"/>
        </p:nvCxnSpPr>
        <p:spPr>
          <a:xfrm flipH="1">
            <a:off x="6010075" y="2908546"/>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itle 1">
            <a:extLst>
              <a:ext uri="{FF2B5EF4-FFF2-40B4-BE49-F238E27FC236}">
                <a16:creationId xmlns:a16="http://schemas.microsoft.com/office/drawing/2014/main" id="{F1BCDDA3-C13F-B9F7-895C-DC53390F4DE1}"/>
              </a:ext>
            </a:extLst>
          </p:cNvPr>
          <p:cNvSpPr>
            <a:spLocks noGrp="1"/>
          </p:cNvSpPr>
          <p:nvPr>
            <p:ph type="title"/>
          </p:nvPr>
        </p:nvSpPr>
        <p:spPr>
          <a:xfrm>
            <a:off x="6016752" y="3324415"/>
            <a:ext cx="5788152" cy="2286000"/>
          </a:xfrm>
        </p:spPr>
        <p:txBody>
          <a:bodyPr/>
          <a:lstStyle/>
          <a:p>
            <a:r>
              <a:rPr lang="en-US" dirty="0"/>
              <a:t>Click to edit Master title style</a:t>
            </a:r>
          </a:p>
        </p:txBody>
      </p:sp>
      <p:sp>
        <p:nvSpPr>
          <p:cNvPr id="29" name="Content Placeholder 40">
            <a:extLst>
              <a:ext uri="{FF2B5EF4-FFF2-40B4-BE49-F238E27FC236}">
                <a16:creationId xmlns:a16="http://schemas.microsoft.com/office/drawing/2014/main" id="{E158113E-F5F4-CD42-D6AE-FE847DA8DC98}"/>
              </a:ext>
            </a:extLst>
          </p:cNvPr>
          <p:cNvSpPr>
            <a:spLocks noGrp="1"/>
          </p:cNvSpPr>
          <p:nvPr>
            <p:ph sz="quarter" idx="13"/>
          </p:nvPr>
        </p:nvSpPr>
        <p:spPr>
          <a:xfrm>
            <a:off x="987552" y="990600"/>
            <a:ext cx="4576508" cy="4938713"/>
          </a:xfrm>
        </p:spPr>
        <p:txBody>
          <a:bodyPr anchor="ctr"/>
          <a:lstStyle>
            <a:lvl1pPr marL="228600" indent="-228600">
              <a:lnSpc>
                <a:spcPct val="90000"/>
              </a:lnSpc>
              <a:spcBef>
                <a:spcPts val="1800"/>
              </a:spcBef>
              <a:buFont typeface="Arial" panose="020B0604020202020204" pitchFamily="34" charset="0"/>
              <a:buChar cha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1995152-8518-81B4-8DEA-0E13F6EC102F}"/>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494940A8-8A97-0FF4-11B6-360DC35D68B8}"/>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58ED3D9E-A74F-614E-BD02-C6361A3550DA}"/>
              </a:ext>
            </a:extLst>
          </p:cNvPr>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211823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066C8-5392-A1BA-3E25-166578452136}"/>
              </a:ext>
            </a:extLst>
          </p:cNvPr>
          <p:cNvSpPr>
            <a:spLocks noGrp="1"/>
          </p:cNvSpPr>
          <p:nvPr>
            <p:ph type="title"/>
          </p:nvPr>
        </p:nvSpPr>
        <p:spPr>
          <a:xfrm>
            <a:off x="455602" y="1563623"/>
            <a:ext cx="11353801" cy="1581912"/>
          </a:xfrm>
        </p:spPr>
        <p:txBody>
          <a:bodyPr/>
          <a:lstStyle/>
          <a:p>
            <a:r>
              <a:rPr lang="en-US"/>
              <a:t>Click to edit Master title style</a:t>
            </a:r>
          </a:p>
        </p:txBody>
      </p:sp>
      <p:pic>
        <p:nvPicPr>
          <p:cNvPr id="6" name="Picture 5" descr="A white line art of a gear&#10;&#10;Description automatically generated">
            <a:extLst>
              <a:ext uri="{FF2B5EF4-FFF2-40B4-BE49-F238E27FC236}">
                <a16:creationId xmlns:a16="http://schemas.microsoft.com/office/drawing/2014/main" id="{969D475A-FF4D-4BF6-771B-6E26F1086EA7}"/>
              </a:ext>
            </a:extLst>
          </p:cNvPr>
          <p:cNvPicPr>
            <a:picLocks noChangeAspect="1"/>
          </p:cNvPicPr>
          <p:nvPr userDrawn="1"/>
        </p:nvPicPr>
        <p:blipFill>
          <a:blip r:embed="rId2">
            <a:clrChange>
              <a:clrFrom>
                <a:srgbClr val="003A52"/>
              </a:clrFrom>
              <a:clrTo>
                <a:srgbClr val="003A52">
                  <a:alpha val="0"/>
                </a:srgbClr>
              </a:clrTo>
            </a:clrChange>
            <a:extLst>
              <a:ext uri="{28A0092B-C50C-407E-A947-70E740481C1C}">
                <a14:useLocalDpi xmlns:a14="http://schemas.microsoft.com/office/drawing/2010/main" val="0"/>
              </a:ext>
            </a:extLst>
          </a:blip>
          <a:stretch>
            <a:fillRect/>
          </a:stretch>
        </p:blipFill>
        <p:spPr>
          <a:xfrm>
            <a:off x="455540" y="3533948"/>
            <a:ext cx="11353778" cy="2487625"/>
          </a:xfrm>
          <a:prstGeom prst="rect">
            <a:avLst/>
          </a:prstGeom>
        </p:spPr>
      </p:pic>
      <p:grpSp>
        <p:nvGrpSpPr>
          <p:cNvPr id="7" name="Group 6">
            <a:extLst>
              <a:ext uri="{FF2B5EF4-FFF2-40B4-BE49-F238E27FC236}">
                <a16:creationId xmlns:a16="http://schemas.microsoft.com/office/drawing/2014/main" id="{0103F0F1-8B99-CE42-49F5-9FDBAC231D27}"/>
              </a:ext>
            </a:extLst>
          </p:cNvPr>
          <p:cNvGrpSpPr/>
          <p:nvPr userDrawn="1"/>
        </p:nvGrpSpPr>
        <p:grpSpPr>
          <a:xfrm>
            <a:off x="455615" y="3138348"/>
            <a:ext cx="11353797" cy="360893"/>
            <a:chOff x="455612" y="830374"/>
            <a:chExt cx="11353797" cy="551233"/>
          </a:xfrm>
          <a:gradFill>
            <a:gsLst>
              <a:gs pos="0">
                <a:schemeClr val="bg2"/>
              </a:gs>
              <a:gs pos="100000">
                <a:schemeClr val="bg2">
                  <a:lumMod val="90000"/>
                  <a:lumOff val="10000"/>
                </a:schemeClr>
              </a:gs>
            </a:gsLst>
            <a:lin ang="5400000" scaled="0"/>
          </a:gradFill>
        </p:grpSpPr>
        <p:sp>
          <p:nvSpPr>
            <p:cNvPr id="8" name="Parallelogram 7">
              <a:extLst>
                <a:ext uri="{FF2B5EF4-FFF2-40B4-BE49-F238E27FC236}">
                  <a16:creationId xmlns:a16="http://schemas.microsoft.com/office/drawing/2014/main" id="{7F069E72-7FF8-84AF-9550-9DA72DAF57AF}"/>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Parallelogram 8">
              <a:extLst>
                <a:ext uri="{FF2B5EF4-FFF2-40B4-BE49-F238E27FC236}">
                  <a16:creationId xmlns:a16="http://schemas.microsoft.com/office/drawing/2014/main" id="{3B41BD85-A1B9-2654-071F-3CFD640054A8}"/>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0" name="Parallelogram 9">
              <a:extLst>
                <a:ext uri="{FF2B5EF4-FFF2-40B4-BE49-F238E27FC236}">
                  <a16:creationId xmlns:a16="http://schemas.microsoft.com/office/drawing/2014/main" id="{EED0310C-65DC-829E-ADA4-298D99C781BC}"/>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1" name="Parallelogram 10">
              <a:extLst>
                <a:ext uri="{FF2B5EF4-FFF2-40B4-BE49-F238E27FC236}">
                  <a16:creationId xmlns:a16="http://schemas.microsoft.com/office/drawing/2014/main" id="{40C02DCA-8541-233D-F0A7-5DE5DEE95FB1}"/>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Parallelogram 11">
              <a:extLst>
                <a:ext uri="{FF2B5EF4-FFF2-40B4-BE49-F238E27FC236}">
                  <a16:creationId xmlns:a16="http://schemas.microsoft.com/office/drawing/2014/main" id="{E13D6679-F5AE-64AE-B005-22D18A4ABB1F}"/>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3" name="Parallelogram 12">
              <a:extLst>
                <a:ext uri="{FF2B5EF4-FFF2-40B4-BE49-F238E27FC236}">
                  <a16:creationId xmlns:a16="http://schemas.microsoft.com/office/drawing/2014/main" id="{49DDBE34-9147-41FD-5A16-1645B85BF77D}"/>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4" name="Parallelogram 13">
              <a:extLst>
                <a:ext uri="{FF2B5EF4-FFF2-40B4-BE49-F238E27FC236}">
                  <a16:creationId xmlns:a16="http://schemas.microsoft.com/office/drawing/2014/main" id="{50BCD038-1DDC-CA2E-64E7-AA5DB38BA647}"/>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5" name="Parallelogram 14">
              <a:extLst>
                <a:ext uri="{FF2B5EF4-FFF2-40B4-BE49-F238E27FC236}">
                  <a16:creationId xmlns:a16="http://schemas.microsoft.com/office/drawing/2014/main" id="{1C92CC9B-4B44-3A01-7047-6BD05D8FE7E6}"/>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6" name="Parallelogram 15">
              <a:extLst>
                <a:ext uri="{FF2B5EF4-FFF2-40B4-BE49-F238E27FC236}">
                  <a16:creationId xmlns:a16="http://schemas.microsoft.com/office/drawing/2014/main" id="{DD9852C8-BC54-FAF3-2D8A-25CBF6E9B283}"/>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7" name="Parallelogram 16">
              <a:extLst>
                <a:ext uri="{FF2B5EF4-FFF2-40B4-BE49-F238E27FC236}">
                  <a16:creationId xmlns:a16="http://schemas.microsoft.com/office/drawing/2014/main" id="{E261DBF9-F690-CF17-0B00-E392C2D90252}"/>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8" name="Parallelogram 17">
              <a:extLst>
                <a:ext uri="{FF2B5EF4-FFF2-40B4-BE49-F238E27FC236}">
                  <a16:creationId xmlns:a16="http://schemas.microsoft.com/office/drawing/2014/main" id="{F56C1240-414B-5EB8-5FBB-A7A13DD69A8A}"/>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9" name="Parallelogram 18">
              <a:extLst>
                <a:ext uri="{FF2B5EF4-FFF2-40B4-BE49-F238E27FC236}">
                  <a16:creationId xmlns:a16="http://schemas.microsoft.com/office/drawing/2014/main" id="{DFE17768-D6D8-33D5-9451-D0541F505342}"/>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0" name="Parallelogram 19">
              <a:extLst>
                <a:ext uri="{FF2B5EF4-FFF2-40B4-BE49-F238E27FC236}">
                  <a16:creationId xmlns:a16="http://schemas.microsoft.com/office/drawing/2014/main" id="{569E932A-90F8-DB19-C847-A7F5644D2FFC}"/>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1" name="Parallelogram 20">
              <a:extLst>
                <a:ext uri="{FF2B5EF4-FFF2-40B4-BE49-F238E27FC236}">
                  <a16:creationId xmlns:a16="http://schemas.microsoft.com/office/drawing/2014/main" id="{CE53EA5E-8AA6-53A1-2687-A756CD87804C}"/>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2" name="Parallelogram 21">
              <a:extLst>
                <a:ext uri="{FF2B5EF4-FFF2-40B4-BE49-F238E27FC236}">
                  <a16:creationId xmlns:a16="http://schemas.microsoft.com/office/drawing/2014/main" id="{0EAA1DEC-D68F-6F97-707F-E2804657BF77}"/>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grpSp>
        <p:nvGrpSpPr>
          <p:cNvPr id="23" name="Group 22">
            <a:extLst>
              <a:ext uri="{FF2B5EF4-FFF2-40B4-BE49-F238E27FC236}">
                <a16:creationId xmlns:a16="http://schemas.microsoft.com/office/drawing/2014/main" id="{3252422E-1717-6BC8-5C4C-4DCF8E31AFCA}"/>
              </a:ext>
            </a:extLst>
          </p:cNvPr>
          <p:cNvGrpSpPr/>
          <p:nvPr userDrawn="1"/>
        </p:nvGrpSpPr>
        <p:grpSpPr>
          <a:xfrm>
            <a:off x="455611" y="1185957"/>
            <a:ext cx="11353797" cy="360893"/>
            <a:chOff x="455612" y="830374"/>
            <a:chExt cx="11353797" cy="551233"/>
          </a:xfrm>
          <a:gradFill>
            <a:gsLst>
              <a:gs pos="0">
                <a:schemeClr val="bg2"/>
              </a:gs>
              <a:gs pos="100000">
                <a:schemeClr val="bg2">
                  <a:lumMod val="90000"/>
                  <a:lumOff val="10000"/>
                </a:schemeClr>
              </a:gs>
            </a:gsLst>
            <a:lin ang="5400000" scaled="0"/>
          </a:gradFill>
        </p:grpSpPr>
        <p:sp>
          <p:nvSpPr>
            <p:cNvPr id="24" name="Parallelogram 23">
              <a:extLst>
                <a:ext uri="{FF2B5EF4-FFF2-40B4-BE49-F238E27FC236}">
                  <a16:creationId xmlns:a16="http://schemas.microsoft.com/office/drawing/2014/main" id="{A25CC66E-2E68-8B92-D342-F09DD44E5CE6}"/>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5" name="Parallelogram 24">
              <a:extLst>
                <a:ext uri="{FF2B5EF4-FFF2-40B4-BE49-F238E27FC236}">
                  <a16:creationId xmlns:a16="http://schemas.microsoft.com/office/drawing/2014/main" id="{9732F62B-BCFB-7561-1207-27EA2A4F4EBA}"/>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6" name="Parallelogram 25">
              <a:extLst>
                <a:ext uri="{FF2B5EF4-FFF2-40B4-BE49-F238E27FC236}">
                  <a16:creationId xmlns:a16="http://schemas.microsoft.com/office/drawing/2014/main" id="{DE51CE20-CE21-66D2-C44C-81A8838052D0}"/>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7" name="Parallelogram 26">
              <a:extLst>
                <a:ext uri="{FF2B5EF4-FFF2-40B4-BE49-F238E27FC236}">
                  <a16:creationId xmlns:a16="http://schemas.microsoft.com/office/drawing/2014/main" id="{1C7E2B8F-1664-7BF8-E7DB-62896D7DB7E1}"/>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8" name="Parallelogram 27">
              <a:extLst>
                <a:ext uri="{FF2B5EF4-FFF2-40B4-BE49-F238E27FC236}">
                  <a16:creationId xmlns:a16="http://schemas.microsoft.com/office/drawing/2014/main" id="{AD132DAD-249F-1606-4B29-D7F50EA9BEB0}"/>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9" name="Parallelogram 28">
              <a:extLst>
                <a:ext uri="{FF2B5EF4-FFF2-40B4-BE49-F238E27FC236}">
                  <a16:creationId xmlns:a16="http://schemas.microsoft.com/office/drawing/2014/main" id="{1A92F374-94E5-72C1-833E-3C8981C99F82}"/>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0" name="Parallelogram 29">
              <a:extLst>
                <a:ext uri="{FF2B5EF4-FFF2-40B4-BE49-F238E27FC236}">
                  <a16:creationId xmlns:a16="http://schemas.microsoft.com/office/drawing/2014/main" id="{30660F29-C34F-F142-FBFE-5EFF60592A74}"/>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Parallelogram 30">
              <a:extLst>
                <a:ext uri="{FF2B5EF4-FFF2-40B4-BE49-F238E27FC236}">
                  <a16:creationId xmlns:a16="http://schemas.microsoft.com/office/drawing/2014/main" id="{23F64602-E590-A750-534A-7E8562CB56F8}"/>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2" name="Parallelogram 31">
              <a:extLst>
                <a:ext uri="{FF2B5EF4-FFF2-40B4-BE49-F238E27FC236}">
                  <a16:creationId xmlns:a16="http://schemas.microsoft.com/office/drawing/2014/main" id="{AB0401DE-A1ED-EEA2-D768-C7A0FB5F3863}"/>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3" name="Parallelogram 32">
              <a:extLst>
                <a:ext uri="{FF2B5EF4-FFF2-40B4-BE49-F238E27FC236}">
                  <a16:creationId xmlns:a16="http://schemas.microsoft.com/office/drawing/2014/main" id="{3B9774AB-0141-5B5D-8FBB-A72088A585C2}"/>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4" name="Parallelogram 33">
              <a:extLst>
                <a:ext uri="{FF2B5EF4-FFF2-40B4-BE49-F238E27FC236}">
                  <a16:creationId xmlns:a16="http://schemas.microsoft.com/office/drawing/2014/main" id="{1657BA7F-A6EE-94D0-018F-23DC9C4E46E9}"/>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5" name="Parallelogram 34">
              <a:extLst>
                <a:ext uri="{FF2B5EF4-FFF2-40B4-BE49-F238E27FC236}">
                  <a16:creationId xmlns:a16="http://schemas.microsoft.com/office/drawing/2014/main" id="{7F2BDA6F-B4D1-D747-F3CA-990D29E11B47}"/>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6" name="Parallelogram 35">
              <a:extLst>
                <a:ext uri="{FF2B5EF4-FFF2-40B4-BE49-F238E27FC236}">
                  <a16:creationId xmlns:a16="http://schemas.microsoft.com/office/drawing/2014/main" id="{D3E818D4-E9D6-0078-63FD-E42F98C2D9F0}"/>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7" name="Parallelogram 36">
              <a:extLst>
                <a:ext uri="{FF2B5EF4-FFF2-40B4-BE49-F238E27FC236}">
                  <a16:creationId xmlns:a16="http://schemas.microsoft.com/office/drawing/2014/main" id="{83CB616E-EE88-5948-5603-D3F263478B7A}"/>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8" name="Parallelogram 37">
              <a:extLst>
                <a:ext uri="{FF2B5EF4-FFF2-40B4-BE49-F238E27FC236}">
                  <a16:creationId xmlns:a16="http://schemas.microsoft.com/office/drawing/2014/main" id="{F805762A-0137-B6B4-A7FA-341473BC0A03}"/>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cxnSp>
        <p:nvCxnSpPr>
          <p:cNvPr id="39" name="Straight Connector 38">
            <a:extLst>
              <a:ext uri="{FF2B5EF4-FFF2-40B4-BE49-F238E27FC236}">
                <a16:creationId xmlns:a16="http://schemas.microsoft.com/office/drawing/2014/main" id="{3AE54100-0339-C628-C2A7-18646AEB0A65}"/>
              </a:ext>
            </a:extLst>
          </p:cNvPr>
          <p:cNvCxnSpPr>
            <a:cxnSpLocks/>
          </p:cNvCxnSpPr>
          <p:nvPr userDrawn="1"/>
        </p:nvCxnSpPr>
        <p:spPr>
          <a:xfrm flipH="1">
            <a:off x="455611" y="3152762"/>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6EE3CD7-417A-CD45-DA09-19387AFBA24B}"/>
              </a:ext>
            </a:extLst>
          </p:cNvPr>
          <p:cNvCxnSpPr>
            <a:cxnSpLocks/>
          </p:cNvCxnSpPr>
          <p:nvPr userDrawn="1"/>
        </p:nvCxnSpPr>
        <p:spPr>
          <a:xfrm flipH="1">
            <a:off x="455611" y="3515102"/>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81DE243-6E14-E68B-44C2-BD531EA724C3}"/>
              </a:ext>
            </a:extLst>
          </p:cNvPr>
          <p:cNvCxnSpPr/>
          <p:nvPr userDrawn="1"/>
        </p:nvCxnSpPr>
        <p:spPr>
          <a:xfrm>
            <a:off x="455575" y="1546850"/>
            <a:ext cx="11353794"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EBFA232-92D1-0D73-6867-FE0D0589B3F2}"/>
              </a:ext>
            </a:extLst>
          </p:cNvPr>
          <p:cNvCxnSpPr/>
          <p:nvPr userDrawn="1"/>
        </p:nvCxnSpPr>
        <p:spPr>
          <a:xfrm rot="10800000">
            <a:off x="455576" y="1191271"/>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428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bottom and content right">
    <p:spTree>
      <p:nvGrpSpPr>
        <p:cNvPr id="1" name=""/>
        <p:cNvGrpSpPr/>
        <p:nvPr/>
      </p:nvGrpSpPr>
      <p:grpSpPr>
        <a:xfrm>
          <a:off x="0" y="0"/>
          <a:ext cx="0" cy="0"/>
          <a:chOff x="0" y="0"/>
          <a:chExt cx="0" cy="0"/>
        </a:xfrm>
      </p:grpSpPr>
      <p:pic>
        <p:nvPicPr>
          <p:cNvPr id="6" name="Picture 5" descr="A blue background with white lines&#10;&#10;Description automatically generated">
            <a:extLst>
              <a:ext uri="{FF2B5EF4-FFF2-40B4-BE49-F238E27FC236}">
                <a16:creationId xmlns:a16="http://schemas.microsoft.com/office/drawing/2014/main" id="{4BDA383F-AAAB-383E-24EA-13712AD327A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477935" y="837775"/>
            <a:ext cx="5753100" cy="2070100"/>
          </a:xfrm>
          <a:prstGeom prst="rect">
            <a:avLst/>
          </a:prstGeom>
        </p:spPr>
      </p:pic>
      <p:grpSp>
        <p:nvGrpSpPr>
          <p:cNvPr id="7" name="Group 6">
            <a:extLst>
              <a:ext uri="{FF2B5EF4-FFF2-40B4-BE49-F238E27FC236}">
                <a16:creationId xmlns:a16="http://schemas.microsoft.com/office/drawing/2014/main" id="{4E8CC2BA-9E5A-B8F9-6B92-0FC813C23D75}"/>
              </a:ext>
            </a:extLst>
          </p:cNvPr>
          <p:cNvGrpSpPr/>
          <p:nvPr userDrawn="1"/>
        </p:nvGrpSpPr>
        <p:grpSpPr>
          <a:xfrm>
            <a:off x="455611" y="5661675"/>
            <a:ext cx="5732456" cy="364609"/>
            <a:chOff x="6019602" y="5661675"/>
            <a:chExt cx="5732456" cy="364609"/>
          </a:xfrm>
        </p:grpSpPr>
        <p:sp>
          <p:nvSpPr>
            <p:cNvPr id="8" name="Parallelogram 7">
              <a:extLst>
                <a:ext uri="{FF2B5EF4-FFF2-40B4-BE49-F238E27FC236}">
                  <a16:creationId xmlns:a16="http://schemas.microsoft.com/office/drawing/2014/main" id="{DD87EAD6-EBC7-D3AE-60C3-34B05DA56A41}"/>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9" name="Parallelogram 8">
              <a:extLst>
                <a:ext uri="{FF2B5EF4-FFF2-40B4-BE49-F238E27FC236}">
                  <a16:creationId xmlns:a16="http://schemas.microsoft.com/office/drawing/2014/main" id="{03B83F28-4E4E-9AEB-7861-D13F12EDE882}"/>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0" name="Parallelogram 9">
              <a:extLst>
                <a:ext uri="{FF2B5EF4-FFF2-40B4-BE49-F238E27FC236}">
                  <a16:creationId xmlns:a16="http://schemas.microsoft.com/office/drawing/2014/main" id="{ABB418CF-2B2A-A44A-B968-D6BA1C6D1F28}"/>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1" name="Parallelogram 10">
              <a:extLst>
                <a:ext uri="{FF2B5EF4-FFF2-40B4-BE49-F238E27FC236}">
                  <a16:creationId xmlns:a16="http://schemas.microsoft.com/office/drawing/2014/main" id="{14B9E5FD-D81F-CF7A-96B8-FB23060CBEA0}"/>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2" name="Parallelogram 11">
              <a:extLst>
                <a:ext uri="{FF2B5EF4-FFF2-40B4-BE49-F238E27FC236}">
                  <a16:creationId xmlns:a16="http://schemas.microsoft.com/office/drawing/2014/main" id="{523B551B-59FF-03A9-CA32-E730A1D2331A}"/>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3" name="Parallelogram 12">
              <a:extLst>
                <a:ext uri="{FF2B5EF4-FFF2-40B4-BE49-F238E27FC236}">
                  <a16:creationId xmlns:a16="http://schemas.microsoft.com/office/drawing/2014/main" id="{921355AD-BB27-6A35-BB58-A8A524B924ED}"/>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4" name="Parallelogram 13">
              <a:extLst>
                <a:ext uri="{FF2B5EF4-FFF2-40B4-BE49-F238E27FC236}">
                  <a16:creationId xmlns:a16="http://schemas.microsoft.com/office/drawing/2014/main" id="{DAB52D65-3606-3391-4D1C-BDE810314BDB}"/>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4A6691FF-3F7E-38FB-08DC-FE05A0521124}"/>
              </a:ext>
            </a:extLst>
          </p:cNvPr>
          <p:cNvGrpSpPr/>
          <p:nvPr userDrawn="1"/>
        </p:nvGrpSpPr>
        <p:grpSpPr>
          <a:xfrm>
            <a:off x="484183" y="2908546"/>
            <a:ext cx="5732456" cy="364609"/>
            <a:chOff x="6019602" y="5661675"/>
            <a:chExt cx="5732456" cy="364609"/>
          </a:xfrm>
        </p:grpSpPr>
        <p:sp>
          <p:nvSpPr>
            <p:cNvPr id="16" name="Parallelogram 15">
              <a:extLst>
                <a:ext uri="{FF2B5EF4-FFF2-40B4-BE49-F238E27FC236}">
                  <a16:creationId xmlns:a16="http://schemas.microsoft.com/office/drawing/2014/main" id="{75AA5753-53CF-3221-6B62-080BB935EC9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7" name="Parallelogram 16">
              <a:extLst>
                <a:ext uri="{FF2B5EF4-FFF2-40B4-BE49-F238E27FC236}">
                  <a16:creationId xmlns:a16="http://schemas.microsoft.com/office/drawing/2014/main" id="{668CA797-7D5A-B608-1ACA-335231DDC29D}"/>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8" name="Parallelogram 17">
              <a:extLst>
                <a:ext uri="{FF2B5EF4-FFF2-40B4-BE49-F238E27FC236}">
                  <a16:creationId xmlns:a16="http://schemas.microsoft.com/office/drawing/2014/main" id="{F54C3A0B-24B1-33F2-A522-EDF45D606FC5}"/>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19" name="Parallelogram 18">
              <a:extLst>
                <a:ext uri="{FF2B5EF4-FFF2-40B4-BE49-F238E27FC236}">
                  <a16:creationId xmlns:a16="http://schemas.microsoft.com/office/drawing/2014/main" id="{87BEB395-0B6F-F887-6EF4-EF08239D52F9}"/>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0" name="Parallelogram 19">
              <a:extLst>
                <a:ext uri="{FF2B5EF4-FFF2-40B4-BE49-F238E27FC236}">
                  <a16:creationId xmlns:a16="http://schemas.microsoft.com/office/drawing/2014/main" id="{CAE4E799-173B-B9F1-B06C-A0CC3B066A56}"/>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1" name="Parallelogram 20">
              <a:extLst>
                <a:ext uri="{FF2B5EF4-FFF2-40B4-BE49-F238E27FC236}">
                  <a16:creationId xmlns:a16="http://schemas.microsoft.com/office/drawing/2014/main" id="{8E793C89-7366-2BCC-D2DB-2F28E9A2A1D4}"/>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22" name="Parallelogram 21">
              <a:extLst>
                <a:ext uri="{FF2B5EF4-FFF2-40B4-BE49-F238E27FC236}">
                  <a16:creationId xmlns:a16="http://schemas.microsoft.com/office/drawing/2014/main" id="{28FA3D98-A64F-944A-AB04-37FC2FDDD46E}"/>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23" name="Group 22">
            <a:extLst>
              <a:ext uri="{FF2B5EF4-FFF2-40B4-BE49-F238E27FC236}">
                <a16:creationId xmlns:a16="http://schemas.microsoft.com/office/drawing/2014/main" id="{3CC19533-8F1E-44A7-8B47-99AB857DF6AB}"/>
              </a:ext>
            </a:extLst>
          </p:cNvPr>
          <p:cNvGrpSpPr/>
          <p:nvPr userDrawn="1"/>
        </p:nvGrpSpPr>
        <p:grpSpPr>
          <a:xfrm>
            <a:off x="446084" y="3276600"/>
            <a:ext cx="5791199" cy="2381900"/>
            <a:chOff x="455611" y="2307799"/>
            <a:chExt cx="5638801" cy="2381900"/>
          </a:xfrm>
        </p:grpSpPr>
        <p:cxnSp>
          <p:nvCxnSpPr>
            <p:cNvPr id="24" name="Straight Connector 23">
              <a:extLst>
                <a:ext uri="{FF2B5EF4-FFF2-40B4-BE49-F238E27FC236}">
                  <a16:creationId xmlns:a16="http://schemas.microsoft.com/office/drawing/2014/main" id="{4073E0F0-E5BD-F223-137D-A645FCF5C0AC}"/>
                </a:ext>
              </a:extLst>
            </p:cNvPr>
            <p:cNvCxnSpPr>
              <a:cxnSpLocks/>
            </p:cNvCxnSpPr>
            <p:nvPr/>
          </p:nvCxnSpPr>
          <p:spPr>
            <a:xfrm flipH="1">
              <a:off x="455611" y="2307799"/>
              <a:ext cx="56388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437CF0E-9F41-6673-C0E1-3BBAD85DA798}"/>
                </a:ext>
              </a:extLst>
            </p:cNvPr>
            <p:cNvCxnSpPr>
              <a:cxnSpLocks/>
            </p:cNvCxnSpPr>
            <p:nvPr/>
          </p:nvCxnSpPr>
          <p:spPr>
            <a:xfrm>
              <a:off x="455611" y="4689699"/>
              <a:ext cx="5638795"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C443ED3E-F773-4648-2849-F1F54DBAF3A5}"/>
              </a:ext>
            </a:extLst>
          </p:cNvPr>
          <p:cNvCxnSpPr/>
          <p:nvPr userDrawn="1"/>
        </p:nvCxnSpPr>
        <p:spPr>
          <a:xfrm>
            <a:off x="6231310" y="831037"/>
            <a:ext cx="0" cy="519525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85DADD4-18BE-A44A-CDDD-3DD34E207714}"/>
              </a:ext>
            </a:extLst>
          </p:cNvPr>
          <p:cNvCxnSpPr>
            <a:cxnSpLocks/>
          </p:cNvCxnSpPr>
          <p:nvPr userDrawn="1"/>
        </p:nvCxnSpPr>
        <p:spPr>
          <a:xfrm flipH="1">
            <a:off x="446084" y="2908546"/>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itle 1">
            <a:extLst>
              <a:ext uri="{FF2B5EF4-FFF2-40B4-BE49-F238E27FC236}">
                <a16:creationId xmlns:a16="http://schemas.microsoft.com/office/drawing/2014/main" id="{99BAFD8D-B1A2-223F-5DEE-8513D22E1155}"/>
              </a:ext>
            </a:extLst>
          </p:cNvPr>
          <p:cNvSpPr>
            <a:spLocks noGrp="1"/>
          </p:cNvSpPr>
          <p:nvPr>
            <p:ph type="title"/>
          </p:nvPr>
        </p:nvSpPr>
        <p:spPr>
          <a:xfrm>
            <a:off x="457200" y="3324415"/>
            <a:ext cx="5768138" cy="2286000"/>
          </a:xfrm>
        </p:spPr>
        <p:txBody>
          <a:bodyPr>
            <a:normAutofit/>
          </a:bodyPr>
          <a:lstStyle>
            <a:lvl1pPr>
              <a:defRPr sz="3200"/>
            </a:lvl1pPr>
          </a:lstStyle>
          <a:p>
            <a:r>
              <a:rPr lang="en-US" dirty="0"/>
              <a:t>Click to edit Master title style</a:t>
            </a:r>
          </a:p>
        </p:txBody>
      </p:sp>
      <p:sp>
        <p:nvSpPr>
          <p:cNvPr id="29" name="Content Placeholder 40">
            <a:extLst>
              <a:ext uri="{FF2B5EF4-FFF2-40B4-BE49-F238E27FC236}">
                <a16:creationId xmlns:a16="http://schemas.microsoft.com/office/drawing/2014/main" id="{DAF58893-225F-9839-4AF5-8AF4C9A4D29B}"/>
              </a:ext>
            </a:extLst>
          </p:cNvPr>
          <p:cNvSpPr>
            <a:spLocks noGrp="1"/>
          </p:cNvSpPr>
          <p:nvPr>
            <p:ph sz="quarter" idx="13"/>
          </p:nvPr>
        </p:nvSpPr>
        <p:spPr>
          <a:xfrm>
            <a:off x="6775704" y="990600"/>
            <a:ext cx="4576508" cy="4938713"/>
          </a:xfrm>
        </p:spPr>
        <p:txBody>
          <a:bodyPr anchor="ctr"/>
          <a:lstStyle>
            <a:lvl1pPr marL="228600" indent="-228600">
              <a:lnSpc>
                <a:spcPct val="90000"/>
              </a:lnSpc>
              <a:spcBef>
                <a:spcPts val="1800"/>
              </a:spcBef>
              <a:buFont typeface="Arial" panose="020B0604020202020204" pitchFamily="34" charset="0"/>
              <a:buChar cha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EC2A924-A402-448B-CA05-2645ABDBE76C}"/>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353CF3B9-43F6-FADE-60C0-0D4DC01D96E6}"/>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59496FBA-69D5-F381-4BB3-47DEEE821A63}"/>
              </a:ext>
            </a:extLst>
          </p:cNvPr>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1997210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bottom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1C55C-9AF8-EB7E-D4A4-C30E6C649772}"/>
              </a:ext>
            </a:extLst>
          </p:cNvPr>
          <p:cNvSpPr>
            <a:spLocks noGrp="1"/>
          </p:cNvSpPr>
          <p:nvPr>
            <p:ph type="title"/>
          </p:nvPr>
        </p:nvSpPr>
        <p:spPr>
          <a:xfrm>
            <a:off x="455602" y="4398263"/>
            <a:ext cx="9683496" cy="1572768"/>
          </a:xfrm>
        </p:spPr>
        <p:txBody>
          <a:bodyPr/>
          <a:lstStyle/>
          <a:p>
            <a:r>
              <a:rPr lang="en-US"/>
              <a:t>Click to edit Master title style</a:t>
            </a:r>
          </a:p>
        </p:txBody>
      </p:sp>
      <p:sp>
        <p:nvSpPr>
          <p:cNvPr id="13" name="Content Placeholder 40">
            <a:extLst>
              <a:ext uri="{FF2B5EF4-FFF2-40B4-BE49-F238E27FC236}">
                <a16:creationId xmlns:a16="http://schemas.microsoft.com/office/drawing/2014/main" id="{7C8F3378-EB27-AC31-6C44-8CB4DBF4C563}"/>
              </a:ext>
            </a:extLst>
          </p:cNvPr>
          <p:cNvSpPr>
            <a:spLocks noGrp="1"/>
          </p:cNvSpPr>
          <p:nvPr>
            <p:ph sz="quarter" idx="14"/>
          </p:nvPr>
        </p:nvSpPr>
        <p:spPr>
          <a:xfrm>
            <a:off x="987552" y="1188720"/>
            <a:ext cx="4645152" cy="2999232"/>
          </a:xfrm>
        </p:spPr>
        <p:txBody>
          <a:bodyPr anchor="ctr">
            <a:normAutofit/>
          </a:bodyPr>
          <a:lstStyle>
            <a:lvl1pPr marL="228600" indent="-228600">
              <a:lnSpc>
                <a:spcPct val="90000"/>
              </a:lnSpc>
              <a:spcBef>
                <a:spcPts val="1800"/>
              </a:spcBef>
              <a:buFont typeface="Arial" panose="020B0604020202020204" pitchFamily="34" charset="0"/>
              <a:buChar char="•"/>
              <a:defRPr sz="16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0">
            <a:extLst>
              <a:ext uri="{FF2B5EF4-FFF2-40B4-BE49-F238E27FC236}">
                <a16:creationId xmlns:a16="http://schemas.microsoft.com/office/drawing/2014/main" id="{A95C8986-0A58-82D9-4156-FD62D9F187C3}"/>
              </a:ext>
            </a:extLst>
          </p:cNvPr>
          <p:cNvSpPr>
            <a:spLocks noGrp="1"/>
          </p:cNvSpPr>
          <p:nvPr>
            <p:ph sz="quarter" idx="13"/>
          </p:nvPr>
        </p:nvSpPr>
        <p:spPr>
          <a:xfrm>
            <a:off x="6702552" y="1188720"/>
            <a:ext cx="4645152" cy="2999232"/>
          </a:xfrm>
        </p:spPr>
        <p:txBody>
          <a:bodyPr anchor="t">
            <a:normAutofit/>
          </a:bodyPr>
          <a:lstStyle>
            <a:lvl1pPr marL="228600" indent="-228600">
              <a:lnSpc>
                <a:spcPct val="90000"/>
              </a:lnSpc>
              <a:spcBef>
                <a:spcPts val="1800"/>
              </a:spcBef>
              <a:buFont typeface="Arial" panose="020B0604020202020204" pitchFamily="34" charset="0"/>
              <a:buChar char="•"/>
              <a:defRPr sz="16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DC044-78B6-9932-0415-93ACBF93137F}"/>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780965DC-0B8B-F872-935E-9D9D3721E34A}"/>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B763E988-0054-287A-6AAE-06E21E1DB796}"/>
              </a:ext>
            </a:extLst>
          </p:cNvPr>
          <p:cNvSpPr>
            <a:spLocks noGrp="1"/>
          </p:cNvSpPr>
          <p:nvPr>
            <p:ph type="sldNum" sz="quarter" idx="12"/>
          </p:nvPr>
        </p:nvSpPr>
        <p:spPr/>
        <p:txBody>
          <a:bodyPr/>
          <a:lstStyle/>
          <a:p>
            <a:fld id="{2A013F82-EE5E-44EE-A61D-E31C6657F26F}" type="slidenum">
              <a:rPr lang="en-US" smtClean="0"/>
              <a:pPr/>
              <a:t>‹#›</a:t>
            </a:fld>
            <a:endParaRPr lang="en-US" dirty="0"/>
          </a:p>
        </p:txBody>
      </p:sp>
      <p:sp>
        <p:nvSpPr>
          <p:cNvPr id="6" name="Isosceles Triangle 5">
            <a:extLst>
              <a:ext uri="{FF2B5EF4-FFF2-40B4-BE49-F238E27FC236}">
                <a16:creationId xmlns:a16="http://schemas.microsoft.com/office/drawing/2014/main" id="{0E235CD8-6A96-F95D-9E38-23FDC13785B7}"/>
              </a:ext>
            </a:extLst>
          </p:cNvPr>
          <p:cNvSpPr/>
          <p:nvPr userDrawn="1"/>
        </p:nvSpPr>
        <p:spPr>
          <a:xfrm rot="10800000">
            <a:off x="10378860" y="4351368"/>
            <a:ext cx="414179" cy="1258812"/>
          </a:xfrm>
          <a:prstGeom prst="triangle">
            <a:avLst>
              <a:gd name="adj" fmla="val 100000"/>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sp>
        <p:nvSpPr>
          <p:cNvPr id="7" name="Parallelogram 6">
            <a:extLst>
              <a:ext uri="{FF2B5EF4-FFF2-40B4-BE49-F238E27FC236}">
                <a16:creationId xmlns:a16="http://schemas.microsoft.com/office/drawing/2014/main" id="{EE742EAC-BCB8-F9D0-84D4-6A653D38B768}"/>
              </a:ext>
            </a:extLst>
          </p:cNvPr>
          <p:cNvSpPr/>
          <p:nvPr userDrawn="1"/>
        </p:nvSpPr>
        <p:spPr>
          <a:xfrm>
            <a:off x="10585951" y="4352034"/>
            <a:ext cx="986271" cy="1666288"/>
          </a:xfrm>
          <a:prstGeom prst="parallelogram">
            <a:avLst>
              <a:gd name="adj" fmla="val 5997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F2FFFB8A-B590-C981-BB08-04BD3554C8D7}"/>
              </a:ext>
            </a:extLst>
          </p:cNvPr>
          <p:cNvCxnSpPr>
            <a:cxnSpLocks/>
          </p:cNvCxnSpPr>
          <p:nvPr userDrawn="1"/>
        </p:nvCxnSpPr>
        <p:spPr>
          <a:xfrm>
            <a:off x="6102350" y="831037"/>
            <a:ext cx="0" cy="351236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5DF137B-3968-16D7-F0A8-AD9DD42AB975}"/>
              </a:ext>
            </a:extLst>
          </p:cNvPr>
          <p:cNvCxnSpPr>
            <a:cxnSpLocks/>
          </p:cNvCxnSpPr>
          <p:nvPr userDrawn="1"/>
        </p:nvCxnSpPr>
        <p:spPr>
          <a:xfrm>
            <a:off x="455617" y="4343400"/>
            <a:ext cx="1135378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Isosceles Triangle 9">
            <a:extLst>
              <a:ext uri="{FF2B5EF4-FFF2-40B4-BE49-F238E27FC236}">
                <a16:creationId xmlns:a16="http://schemas.microsoft.com/office/drawing/2014/main" id="{35F434B5-8A80-F035-A0F7-495BEC5D5CEB}"/>
              </a:ext>
            </a:extLst>
          </p:cNvPr>
          <p:cNvSpPr/>
          <p:nvPr userDrawn="1"/>
        </p:nvSpPr>
        <p:spPr>
          <a:xfrm>
            <a:off x="11374043" y="4759509"/>
            <a:ext cx="414179" cy="1258813"/>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7F102734-0974-5386-C0F9-E2BE7EA6E6E5}"/>
              </a:ext>
            </a:extLst>
          </p:cNvPr>
          <p:cNvCxnSpPr>
            <a:cxnSpLocks/>
          </p:cNvCxnSpPr>
          <p:nvPr userDrawn="1"/>
        </p:nvCxnSpPr>
        <p:spPr>
          <a:xfrm>
            <a:off x="10378445" y="4343400"/>
            <a:ext cx="1" cy="168288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2000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with top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85F15-A535-359D-EE3D-3BBDB2EACAF9}"/>
              </a:ext>
            </a:extLst>
          </p:cNvPr>
          <p:cNvSpPr>
            <a:spLocks noGrp="1"/>
          </p:cNvSpPr>
          <p:nvPr>
            <p:ph type="title"/>
          </p:nvPr>
        </p:nvSpPr>
        <p:spPr>
          <a:xfrm>
            <a:off x="455602" y="831035"/>
            <a:ext cx="11353801" cy="1389888"/>
          </a:xfrm>
        </p:spPr>
        <p:txBody>
          <a:bodyPr/>
          <a:lstStyle/>
          <a:p>
            <a:r>
              <a:rPr lang="en-US"/>
              <a:t>Click to edit Master title style</a:t>
            </a:r>
          </a:p>
        </p:txBody>
      </p:sp>
      <p:sp>
        <p:nvSpPr>
          <p:cNvPr id="7" name="Content Placeholder 40">
            <a:extLst>
              <a:ext uri="{FF2B5EF4-FFF2-40B4-BE49-F238E27FC236}">
                <a16:creationId xmlns:a16="http://schemas.microsoft.com/office/drawing/2014/main" id="{8880E109-D2C0-09D8-1A97-262785E609F3}"/>
              </a:ext>
            </a:extLst>
          </p:cNvPr>
          <p:cNvSpPr>
            <a:spLocks noGrp="1"/>
          </p:cNvSpPr>
          <p:nvPr>
            <p:ph sz="quarter" idx="14"/>
          </p:nvPr>
        </p:nvSpPr>
        <p:spPr>
          <a:xfrm>
            <a:off x="987552" y="2304288"/>
            <a:ext cx="4645152" cy="3410712"/>
          </a:xfrm>
        </p:spPr>
        <p:txBody>
          <a:bodyPr anchor="ctr"/>
          <a:lstStyle>
            <a:lvl1pPr marL="228600" indent="-228600">
              <a:lnSpc>
                <a:spcPct val="150000"/>
              </a:lnSpc>
              <a:spcBef>
                <a:spcPts val="1800"/>
              </a:spcBef>
              <a:buFont typeface="Arial" panose="020B0604020202020204" pitchFamily="34" charset="0"/>
              <a:buChar cha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0">
            <a:extLst>
              <a:ext uri="{FF2B5EF4-FFF2-40B4-BE49-F238E27FC236}">
                <a16:creationId xmlns:a16="http://schemas.microsoft.com/office/drawing/2014/main" id="{5E777085-29F0-61FF-3D68-0F6CBA8BB17E}"/>
              </a:ext>
            </a:extLst>
          </p:cNvPr>
          <p:cNvSpPr>
            <a:spLocks noGrp="1"/>
          </p:cNvSpPr>
          <p:nvPr>
            <p:ph sz="quarter" idx="13"/>
          </p:nvPr>
        </p:nvSpPr>
        <p:spPr>
          <a:xfrm>
            <a:off x="6702552" y="2304288"/>
            <a:ext cx="4645152" cy="2999232"/>
          </a:xfrm>
        </p:spPr>
        <p:txBody>
          <a:bodyPr anchor="ctr"/>
          <a:lstStyle>
            <a:lvl1pPr marL="228600" indent="-228600">
              <a:lnSpc>
                <a:spcPct val="150000"/>
              </a:lnSpc>
              <a:spcBef>
                <a:spcPts val="1800"/>
              </a:spcBef>
              <a:buFont typeface="Arial" panose="020B0604020202020204" pitchFamily="34" charset="0"/>
              <a:buChar cha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5C2655-C4F7-BDC7-8E08-DBC1659AA61A}"/>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67FB4CE7-C50F-3D98-D82F-253EF386E612}"/>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AF9C9D65-417E-F629-741D-C9E06E1FE55A}"/>
              </a:ext>
            </a:extLst>
          </p:cNvPr>
          <p:cNvSpPr>
            <a:spLocks noGrp="1"/>
          </p:cNvSpPr>
          <p:nvPr>
            <p:ph type="sldNum" sz="quarter" idx="12"/>
          </p:nvPr>
        </p:nvSpPr>
        <p:spPr/>
        <p:txBody>
          <a:bodyPr/>
          <a:lstStyle/>
          <a:p>
            <a:fld id="{2A013F82-EE5E-44EE-A61D-E31C6657F26F}" type="slidenum">
              <a:rPr lang="en-US" smtClean="0"/>
              <a:pPr/>
              <a:t>‹#›</a:t>
            </a:fld>
            <a:endParaRPr lang="en-US" dirty="0"/>
          </a:p>
        </p:txBody>
      </p:sp>
    </p:spTree>
    <p:extLst>
      <p:ext uri="{BB962C8B-B14F-4D97-AF65-F5344CB8AC3E}">
        <p14:creationId xmlns:p14="http://schemas.microsoft.com/office/powerpoint/2010/main" val="2710238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1C55C-9AF8-EB7E-D4A4-C30E6C649772}"/>
              </a:ext>
            </a:extLst>
          </p:cNvPr>
          <p:cNvSpPr>
            <a:spLocks noGrp="1"/>
          </p:cNvSpPr>
          <p:nvPr>
            <p:ph type="title"/>
          </p:nvPr>
        </p:nvSpPr>
        <p:spPr>
          <a:xfrm>
            <a:off x="455602" y="4361688"/>
            <a:ext cx="11356848" cy="1673352"/>
          </a:xfrm>
        </p:spPr>
        <p:txBody>
          <a:bodyPr/>
          <a:lstStyle/>
          <a:p>
            <a:r>
              <a:rPr lang="en-US" dirty="0"/>
              <a:t>Click to edit Master title style</a:t>
            </a:r>
          </a:p>
        </p:txBody>
      </p:sp>
      <p:sp>
        <p:nvSpPr>
          <p:cNvPr id="17" name="Table Placeholder 15">
            <a:extLst>
              <a:ext uri="{FF2B5EF4-FFF2-40B4-BE49-F238E27FC236}">
                <a16:creationId xmlns:a16="http://schemas.microsoft.com/office/drawing/2014/main" id="{FA33993F-8FA8-07DB-3B69-E1A22B18849E}"/>
              </a:ext>
            </a:extLst>
          </p:cNvPr>
          <p:cNvSpPr>
            <a:spLocks noGrp="1"/>
          </p:cNvSpPr>
          <p:nvPr>
            <p:ph type="tbl" sz="quarter" idx="15"/>
          </p:nvPr>
        </p:nvSpPr>
        <p:spPr>
          <a:xfrm>
            <a:off x="455613" y="830263"/>
            <a:ext cx="5789612" cy="3532187"/>
          </a:xfrm>
        </p:spPr>
        <p:txBody>
          <a:bodyPr/>
          <a:lstStyle/>
          <a:p>
            <a:endParaRPr lang="en-US" dirty="0"/>
          </a:p>
        </p:txBody>
      </p:sp>
      <p:sp>
        <p:nvSpPr>
          <p:cNvPr id="12" name="Content Placeholder 40">
            <a:extLst>
              <a:ext uri="{FF2B5EF4-FFF2-40B4-BE49-F238E27FC236}">
                <a16:creationId xmlns:a16="http://schemas.microsoft.com/office/drawing/2014/main" id="{A95C8986-0A58-82D9-4156-FD62D9F187C3}"/>
              </a:ext>
            </a:extLst>
          </p:cNvPr>
          <p:cNvSpPr>
            <a:spLocks noGrp="1"/>
          </p:cNvSpPr>
          <p:nvPr>
            <p:ph sz="quarter" idx="13"/>
          </p:nvPr>
        </p:nvSpPr>
        <p:spPr>
          <a:xfrm>
            <a:off x="6675120" y="1225296"/>
            <a:ext cx="4645152" cy="2816352"/>
          </a:xfrm>
        </p:spPr>
        <p:txBody>
          <a:bodyPr anchor="t"/>
          <a:lstStyle>
            <a:lvl1pPr marL="228600" indent="-228600">
              <a:lnSpc>
                <a:spcPct val="90000"/>
              </a:lnSpc>
              <a:spcBef>
                <a:spcPts val="1800"/>
              </a:spcBef>
              <a:buFont typeface="Arial" panose="020B0604020202020204" pitchFamily="34" charset="0"/>
              <a:buChar char="•"/>
              <a:defRPr sz="1800"/>
            </a:lvl1pPr>
            <a:lvl2pPr marL="457200">
              <a:defRPr/>
            </a:lvl2pPr>
            <a:lvl3pPr marL="914400">
              <a:defRPr/>
            </a:lvl3pPr>
            <a:lvl4pPr marL="1371600">
              <a:defRPr/>
            </a:lvl4pPr>
            <a:lvl5pPr marL="182880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DC044-78B6-9932-0415-93ACBF93137F}"/>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780965DC-0B8B-F872-935E-9D9D3721E34A}"/>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B763E988-0054-287A-6AAE-06E21E1DB796}"/>
              </a:ext>
            </a:extLst>
          </p:cNvPr>
          <p:cNvSpPr>
            <a:spLocks noGrp="1"/>
          </p:cNvSpPr>
          <p:nvPr>
            <p:ph type="sldNum" sz="quarter" idx="12"/>
          </p:nvPr>
        </p:nvSpPr>
        <p:spPr/>
        <p:txBody>
          <a:bodyPr/>
          <a:lstStyle/>
          <a:p>
            <a:fld id="{2A013F82-EE5E-44EE-A61D-E31C6657F26F}" type="slidenum">
              <a:rPr lang="en-US" smtClean="0"/>
              <a:pPr/>
              <a:t>‹#›</a:t>
            </a:fld>
            <a:endParaRPr lang="en-US" dirty="0"/>
          </a:p>
        </p:txBody>
      </p:sp>
      <p:cxnSp>
        <p:nvCxnSpPr>
          <p:cNvPr id="8" name="Straight Connector 7">
            <a:extLst>
              <a:ext uri="{FF2B5EF4-FFF2-40B4-BE49-F238E27FC236}">
                <a16:creationId xmlns:a16="http://schemas.microsoft.com/office/drawing/2014/main" id="{F2FFFB8A-B590-C981-BB08-04BD3554C8D7}"/>
              </a:ext>
            </a:extLst>
          </p:cNvPr>
          <p:cNvCxnSpPr>
            <a:cxnSpLocks/>
          </p:cNvCxnSpPr>
          <p:nvPr userDrawn="1"/>
        </p:nvCxnSpPr>
        <p:spPr>
          <a:xfrm>
            <a:off x="6245008" y="831037"/>
            <a:ext cx="0" cy="351236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5DF137B-3968-16D7-F0A8-AD9DD42AB975}"/>
              </a:ext>
            </a:extLst>
          </p:cNvPr>
          <p:cNvCxnSpPr>
            <a:cxnSpLocks/>
          </p:cNvCxnSpPr>
          <p:nvPr userDrawn="1"/>
        </p:nvCxnSpPr>
        <p:spPr>
          <a:xfrm>
            <a:off x="455617" y="4343400"/>
            <a:ext cx="1135378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084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full content">
    <p:spTree>
      <p:nvGrpSpPr>
        <p:cNvPr id="1" name=""/>
        <p:cNvGrpSpPr/>
        <p:nvPr/>
      </p:nvGrpSpPr>
      <p:grpSpPr>
        <a:xfrm>
          <a:off x="0" y="0"/>
          <a:ext cx="0" cy="0"/>
          <a:chOff x="0" y="0"/>
          <a:chExt cx="0" cy="0"/>
        </a:xfrm>
      </p:grpSpPr>
      <p:sp>
        <p:nvSpPr>
          <p:cNvPr id="2" name="Title 1"/>
          <p:cNvSpPr>
            <a:spLocks noGrp="1"/>
          </p:cNvSpPr>
          <p:nvPr>
            <p:ph type="title"/>
          </p:nvPr>
        </p:nvSpPr>
        <p:spPr>
          <a:xfrm>
            <a:off x="455602" y="831035"/>
            <a:ext cx="11353801" cy="1609344"/>
          </a:xfrm>
        </p:spPr>
        <p:txBody>
          <a:bodyPr/>
          <a:lstStyle/>
          <a:p>
            <a:r>
              <a:rPr lang="en-US" dirty="0"/>
              <a:t>Click to edit Master title style</a:t>
            </a:r>
            <a:endParaRPr dirty="0"/>
          </a:p>
        </p:txBody>
      </p:sp>
      <p:sp>
        <p:nvSpPr>
          <p:cNvPr id="3" name="Content Placeholder 2"/>
          <p:cNvSpPr>
            <a:spLocks noGrp="1"/>
          </p:cNvSpPr>
          <p:nvPr>
            <p:ph idx="1"/>
          </p:nvPr>
        </p:nvSpPr>
        <p:spPr>
          <a:xfrm>
            <a:off x="457200" y="2441448"/>
            <a:ext cx="11356848" cy="3584448"/>
          </a:xfrm>
        </p:spPr>
        <p:txBody>
          <a:bodyPr/>
          <a:lstStyle>
            <a:lvl5pPr>
              <a:defRPr/>
            </a:lvl5pPr>
            <a:lvl6pPr>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r>
              <a:rPr lang="en-US" dirty="0"/>
              <a:t>20XX</a:t>
            </a:r>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2A013F82-EE5E-44EE-A61D-E31C6657F26F}" type="slidenum">
              <a:rPr lang="en-US" smtClean="0"/>
              <a:t>‹#›</a:t>
            </a:fld>
            <a:endParaRPr lang="en-US" dirty="0"/>
          </a:p>
        </p:txBody>
      </p:sp>
    </p:spTree>
    <p:extLst>
      <p:ext uri="{BB962C8B-B14F-4D97-AF65-F5344CB8AC3E}">
        <p14:creationId xmlns:p14="http://schemas.microsoft.com/office/powerpoint/2010/main" val="293880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692176E-3B49-0477-AA91-E6395EC3F77D}"/>
              </a:ext>
            </a:extLst>
          </p:cNvPr>
          <p:cNvSpPr>
            <a:spLocks noGrp="1"/>
          </p:cNvSpPr>
          <p:nvPr>
            <p:ph type="title"/>
          </p:nvPr>
        </p:nvSpPr>
        <p:spPr>
          <a:xfrm>
            <a:off x="455602" y="831035"/>
            <a:ext cx="11353801" cy="1609344"/>
          </a:xfrm>
        </p:spPr>
        <p:txBody>
          <a:bodyPr/>
          <a:lstStyle/>
          <a:p>
            <a:r>
              <a:rPr lang="en-US" dirty="0"/>
              <a:t>Click to edit Master title style</a:t>
            </a:r>
            <a:endParaRPr dirty="0"/>
          </a:p>
        </p:txBody>
      </p:sp>
      <p:sp>
        <p:nvSpPr>
          <p:cNvPr id="13" name="Content Placeholder 40">
            <a:extLst>
              <a:ext uri="{FF2B5EF4-FFF2-40B4-BE49-F238E27FC236}">
                <a16:creationId xmlns:a16="http://schemas.microsoft.com/office/drawing/2014/main" id="{7C8F3378-EB27-AC31-6C44-8CB4DBF4C563}"/>
              </a:ext>
            </a:extLst>
          </p:cNvPr>
          <p:cNvSpPr>
            <a:spLocks noGrp="1"/>
          </p:cNvSpPr>
          <p:nvPr>
            <p:ph sz="quarter" idx="14"/>
          </p:nvPr>
        </p:nvSpPr>
        <p:spPr>
          <a:xfrm>
            <a:off x="914400" y="2971800"/>
            <a:ext cx="4645152" cy="2807208"/>
          </a:xfrm>
        </p:spPr>
        <p:txBody>
          <a:bodyPr anchor="t">
            <a:normAutofit/>
          </a:bodyPr>
          <a:lstStyle>
            <a:lvl1pPr marL="228600" indent="-228600">
              <a:lnSpc>
                <a:spcPct val="90000"/>
              </a:lnSpc>
              <a:spcBef>
                <a:spcPts val="1800"/>
              </a:spcBef>
              <a:buFont typeface="Arial" panose="020B0604020202020204" pitchFamily="34" charset="0"/>
              <a:buChar char="•"/>
              <a:defRPr sz="16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0">
            <a:extLst>
              <a:ext uri="{FF2B5EF4-FFF2-40B4-BE49-F238E27FC236}">
                <a16:creationId xmlns:a16="http://schemas.microsoft.com/office/drawing/2014/main" id="{A95C8986-0A58-82D9-4156-FD62D9F187C3}"/>
              </a:ext>
            </a:extLst>
          </p:cNvPr>
          <p:cNvSpPr>
            <a:spLocks noGrp="1"/>
          </p:cNvSpPr>
          <p:nvPr>
            <p:ph sz="quarter" idx="13"/>
          </p:nvPr>
        </p:nvSpPr>
        <p:spPr>
          <a:xfrm>
            <a:off x="6784848" y="2971800"/>
            <a:ext cx="4645152" cy="2807208"/>
          </a:xfrm>
        </p:spPr>
        <p:txBody>
          <a:bodyPr anchor="t">
            <a:normAutofit/>
          </a:bodyPr>
          <a:lstStyle>
            <a:lvl1pPr marL="0" indent="0">
              <a:lnSpc>
                <a:spcPct val="90000"/>
              </a:lnSpc>
              <a:spcBef>
                <a:spcPts val="1800"/>
              </a:spcBef>
              <a:buFont typeface="Arial" panose="020B0604020202020204" pitchFamily="34" charset="0"/>
              <a:buNone/>
              <a:defRPr sz="16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DC044-78B6-9932-0415-93ACBF93137F}"/>
              </a:ext>
            </a:extLst>
          </p:cNvPr>
          <p:cNvSpPr>
            <a:spLocks noGrp="1"/>
          </p:cNvSpPr>
          <p:nvPr>
            <p:ph type="dt" sz="half" idx="11"/>
          </p:nvPr>
        </p:nvSpPr>
        <p:spPr/>
        <p:txBody>
          <a:bodyPr/>
          <a:lstStyle/>
          <a:p>
            <a:r>
              <a:rPr lang="en-US" dirty="0"/>
              <a:t>20XX</a:t>
            </a:r>
          </a:p>
        </p:txBody>
      </p:sp>
      <p:sp>
        <p:nvSpPr>
          <p:cNvPr id="3" name="Footer Placeholder 2">
            <a:extLst>
              <a:ext uri="{FF2B5EF4-FFF2-40B4-BE49-F238E27FC236}">
                <a16:creationId xmlns:a16="http://schemas.microsoft.com/office/drawing/2014/main" id="{780965DC-0B8B-F872-935E-9D9D3721E34A}"/>
              </a:ext>
            </a:extLst>
          </p:cNvPr>
          <p:cNvSpPr>
            <a:spLocks noGrp="1"/>
          </p:cNvSpPr>
          <p:nvPr>
            <p:ph type="ftr" sz="quarter" idx="10"/>
          </p:nvPr>
        </p:nvSpPr>
        <p:spPr/>
        <p:txBody>
          <a:bodyPr/>
          <a:lstStyle/>
          <a:p>
            <a:r>
              <a:rPr lang="en-US" dirty="0"/>
              <a:t>Add a footer</a:t>
            </a:r>
          </a:p>
        </p:txBody>
      </p:sp>
      <p:sp>
        <p:nvSpPr>
          <p:cNvPr id="5" name="Slide Number Placeholder 4">
            <a:extLst>
              <a:ext uri="{FF2B5EF4-FFF2-40B4-BE49-F238E27FC236}">
                <a16:creationId xmlns:a16="http://schemas.microsoft.com/office/drawing/2014/main" id="{B763E988-0054-287A-6AAE-06E21E1DB796}"/>
              </a:ext>
            </a:extLst>
          </p:cNvPr>
          <p:cNvSpPr>
            <a:spLocks noGrp="1"/>
          </p:cNvSpPr>
          <p:nvPr>
            <p:ph type="sldNum" sz="quarter" idx="12"/>
          </p:nvPr>
        </p:nvSpPr>
        <p:spPr/>
        <p:txBody>
          <a:bodyPr/>
          <a:lstStyle/>
          <a:p>
            <a:fld id="{2A013F82-EE5E-44EE-A61D-E31C6657F26F}" type="slidenum">
              <a:rPr lang="en-US" smtClean="0"/>
              <a:pPr/>
              <a:t>‹#›</a:t>
            </a:fld>
            <a:endParaRPr lang="en-US" dirty="0"/>
          </a:p>
        </p:txBody>
      </p:sp>
      <p:cxnSp>
        <p:nvCxnSpPr>
          <p:cNvPr id="14" name="Straight Connector 13">
            <a:extLst>
              <a:ext uri="{FF2B5EF4-FFF2-40B4-BE49-F238E27FC236}">
                <a16:creationId xmlns:a16="http://schemas.microsoft.com/office/drawing/2014/main" id="{E6536B7D-E277-C256-5856-F8E6C59FC5E1}"/>
              </a:ext>
            </a:extLst>
          </p:cNvPr>
          <p:cNvCxnSpPr>
            <a:cxnSpLocks/>
          </p:cNvCxnSpPr>
          <p:nvPr userDrawn="1"/>
        </p:nvCxnSpPr>
        <p:spPr>
          <a:xfrm>
            <a:off x="455617" y="2438400"/>
            <a:ext cx="1135377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D52B67A-2B44-F4A3-3DE0-514550897E7D}"/>
              </a:ext>
            </a:extLst>
          </p:cNvPr>
          <p:cNvCxnSpPr>
            <a:cxnSpLocks/>
          </p:cNvCxnSpPr>
          <p:nvPr userDrawn="1"/>
        </p:nvCxnSpPr>
        <p:spPr>
          <a:xfrm>
            <a:off x="6254104" y="2438400"/>
            <a:ext cx="0" cy="358788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1159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20A84-9C58-F896-0FB0-49EBCE30672F}"/>
              </a:ext>
            </a:extLst>
          </p:cNvPr>
          <p:cNvSpPr>
            <a:spLocks noGrp="1"/>
          </p:cNvSpPr>
          <p:nvPr>
            <p:ph type="title"/>
          </p:nvPr>
        </p:nvSpPr>
        <p:spPr>
          <a:xfrm>
            <a:off x="455602" y="1197864"/>
            <a:ext cx="11353801" cy="2395728"/>
          </a:xfrm>
        </p:spPr>
        <p:txBody>
          <a:bodyPr>
            <a:normAutofit/>
          </a:bodyPr>
          <a:lstStyle>
            <a:lvl1pPr>
              <a:defRPr sz="4400">
                <a:solidFill>
                  <a:schemeClr val="tx1"/>
                </a:solidFill>
              </a:defRPr>
            </a:lvl1pPr>
          </a:lstStyle>
          <a:p>
            <a:r>
              <a:rPr lang="en-US"/>
              <a:t>Click to edit Master title style</a:t>
            </a:r>
          </a:p>
        </p:txBody>
      </p:sp>
      <p:sp>
        <p:nvSpPr>
          <p:cNvPr id="42" name="Subtitle 2">
            <a:extLst>
              <a:ext uri="{FF2B5EF4-FFF2-40B4-BE49-F238E27FC236}">
                <a16:creationId xmlns:a16="http://schemas.microsoft.com/office/drawing/2014/main" id="{478C78A5-5D77-F57C-D5EA-9FED831F9DA5}"/>
              </a:ext>
            </a:extLst>
          </p:cNvPr>
          <p:cNvSpPr>
            <a:spLocks noGrp="1"/>
          </p:cNvSpPr>
          <p:nvPr>
            <p:ph type="subTitle" idx="1"/>
          </p:nvPr>
        </p:nvSpPr>
        <p:spPr>
          <a:xfrm>
            <a:off x="457200" y="3694176"/>
            <a:ext cx="11356848" cy="1975104"/>
          </a:xfrm>
        </p:spPr>
        <p:txBody>
          <a:bodyPr>
            <a:normAutofit/>
          </a:bodyPr>
          <a:lstStyle>
            <a:lvl1pPr marL="0" indent="0" algn="ctr">
              <a:lnSpc>
                <a:spcPct val="150000"/>
              </a:lnSpc>
              <a:spcBef>
                <a:spcPts val="0"/>
              </a:spcBef>
              <a:buNone/>
              <a:defRPr sz="1800" b="1" cap="all" spc="2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6" name="Group 5">
            <a:extLst>
              <a:ext uri="{FF2B5EF4-FFF2-40B4-BE49-F238E27FC236}">
                <a16:creationId xmlns:a16="http://schemas.microsoft.com/office/drawing/2014/main" id="{89272CF2-D7FA-D7DE-67B8-A8E6C0C3987C}"/>
              </a:ext>
            </a:extLst>
          </p:cNvPr>
          <p:cNvGrpSpPr/>
          <p:nvPr userDrawn="1"/>
        </p:nvGrpSpPr>
        <p:grpSpPr>
          <a:xfrm>
            <a:off x="455612" y="830375"/>
            <a:ext cx="11353797" cy="360893"/>
            <a:chOff x="455612" y="830374"/>
            <a:chExt cx="11353797" cy="551233"/>
          </a:xfrm>
          <a:gradFill>
            <a:gsLst>
              <a:gs pos="0">
                <a:schemeClr val="bg2"/>
              </a:gs>
              <a:gs pos="100000">
                <a:schemeClr val="bg2">
                  <a:lumMod val="90000"/>
                  <a:lumOff val="10000"/>
                </a:schemeClr>
              </a:gs>
            </a:gsLst>
            <a:lin ang="16200000" scaled="1"/>
          </a:gradFill>
        </p:grpSpPr>
        <p:sp>
          <p:nvSpPr>
            <p:cNvPr id="7" name="Parallelogram 6">
              <a:extLst>
                <a:ext uri="{FF2B5EF4-FFF2-40B4-BE49-F238E27FC236}">
                  <a16:creationId xmlns:a16="http://schemas.microsoft.com/office/drawing/2014/main" id="{88716FC7-1AD2-45FF-0DA3-7A1BFB1B2E07}"/>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8" name="Parallelogram 7">
              <a:extLst>
                <a:ext uri="{FF2B5EF4-FFF2-40B4-BE49-F238E27FC236}">
                  <a16:creationId xmlns:a16="http://schemas.microsoft.com/office/drawing/2014/main" id="{49BB50BB-555B-D492-C307-C81262E21B59}"/>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Parallelogram 8">
              <a:extLst>
                <a:ext uri="{FF2B5EF4-FFF2-40B4-BE49-F238E27FC236}">
                  <a16:creationId xmlns:a16="http://schemas.microsoft.com/office/drawing/2014/main" id="{38408CA3-CC0E-EC5C-062F-934E485268DB}"/>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0" name="Parallelogram 9">
              <a:extLst>
                <a:ext uri="{FF2B5EF4-FFF2-40B4-BE49-F238E27FC236}">
                  <a16:creationId xmlns:a16="http://schemas.microsoft.com/office/drawing/2014/main" id="{6AE5ED21-EB43-A35B-E75A-451CB583EBA9}"/>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1" name="Parallelogram 10">
              <a:extLst>
                <a:ext uri="{FF2B5EF4-FFF2-40B4-BE49-F238E27FC236}">
                  <a16:creationId xmlns:a16="http://schemas.microsoft.com/office/drawing/2014/main" id="{BB385C5A-30D8-0BA8-828B-AB63969F183C}"/>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Parallelogram 11">
              <a:extLst>
                <a:ext uri="{FF2B5EF4-FFF2-40B4-BE49-F238E27FC236}">
                  <a16:creationId xmlns:a16="http://schemas.microsoft.com/office/drawing/2014/main" id="{B64D7533-0D81-28B1-5BCE-B377A69CCB70}"/>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3" name="Parallelogram 12">
              <a:extLst>
                <a:ext uri="{FF2B5EF4-FFF2-40B4-BE49-F238E27FC236}">
                  <a16:creationId xmlns:a16="http://schemas.microsoft.com/office/drawing/2014/main" id="{F999CAC2-3805-7790-0D5B-1C0C560FC393}"/>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4" name="Parallelogram 13">
              <a:extLst>
                <a:ext uri="{FF2B5EF4-FFF2-40B4-BE49-F238E27FC236}">
                  <a16:creationId xmlns:a16="http://schemas.microsoft.com/office/drawing/2014/main" id="{C5745A4C-04EE-2733-6012-D36B5BBBF398}"/>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5" name="Parallelogram 14">
              <a:extLst>
                <a:ext uri="{FF2B5EF4-FFF2-40B4-BE49-F238E27FC236}">
                  <a16:creationId xmlns:a16="http://schemas.microsoft.com/office/drawing/2014/main" id="{AC857CED-E2E1-89D2-A39D-654ACE08A93B}"/>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6" name="Parallelogram 15">
              <a:extLst>
                <a:ext uri="{FF2B5EF4-FFF2-40B4-BE49-F238E27FC236}">
                  <a16:creationId xmlns:a16="http://schemas.microsoft.com/office/drawing/2014/main" id="{39393802-381E-135F-4932-F69B44996A89}"/>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7" name="Parallelogram 16">
              <a:extLst>
                <a:ext uri="{FF2B5EF4-FFF2-40B4-BE49-F238E27FC236}">
                  <a16:creationId xmlns:a16="http://schemas.microsoft.com/office/drawing/2014/main" id="{B4B70FE7-D13E-6BF8-0263-5DC35765D060}"/>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8" name="Parallelogram 17">
              <a:extLst>
                <a:ext uri="{FF2B5EF4-FFF2-40B4-BE49-F238E27FC236}">
                  <a16:creationId xmlns:a16="http://schemas.microsoft.com/office/drawing/2014/main" id="{42E69ACE-9D4F-1BC1-3813-E4A8B8D3DC28}"/>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9" name="Parallelogram 18">
              <a:extLst>
                <a:ext uri="{FF2B5EF4-FFF2-40B4-BE49-F238E27FC236}">
                  <a16:creationId xmlns:a16="http://schemas.microsoft.com/office/drawing/2014/main" id="{F56F1340-0F67-BC41-CE24-7A6D858FB09F}"/>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0" name="Parallelogram 19">
              <a:extLst>
                <a:ext uri="{FF2B5EF4-FFF2-40B4-BE49-F238E27FC236}">
                  <a16:creationId xmlns:a16="http://schemas.microsoft.com/office/drawing/2014/main" id="{F982964F-E8E0-48A7-63EE-30E110ED9895}"/>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1" name="Parallelogram 20">
              <a:extLst>
                <a:ext uri="{FF2B5EF4-FFF2-40B4-BE49-F238E27FC236}">
                  <a16:creationId xmlns:a16="http://schemas.microsoft.com/office/drawing/2014/main" id="{39F1912B-FF96-9C65-85DE-F7EFD9DF13EB}"/>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cxnSp>
        <p:nvCxnSpPr>
          <p:cNvPr id="22" name="Straight Connector 21">
            <a:extLst>
              <a:ext uri="{FF2B5EF4-FFF2-40B4-BE49-F238E27FC236}">
                <a16:creationId xmlns:a16="http://schemas.microsoft.com/office/drawing/2014/main" id="{2868CC7A-81EA-FE94-C301-81556552A481}"/>
              </a:ext>
            </a:extLst>
          </p:cNvPr>
          <p:cNvCxnSpPr/>
          <p:nvPr userDrawn="1"/>
        </p:nvCxnSpPr>
        <p:spPr>
          <a:xfrm rot="10800000">
            <a:off x="455612" y="119126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18EC814-52EA-642A-75CD-07481ECF4273}"/>
              </a:ext>
            </a:extLst>
          </p:cNvPr>
          <p:cNvCxnSpPr/>
          <p:nvPr userDrawn="1"/>
        </p:nvCxnSpPr>
        <p:spPr>
          <a:xfrm rot="10800000">
            <a:off x="455611" y="831038"/>
            <a:ext cx="11353793"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DFDA2521-B0F3-5A0E-9428-0B165F691501}"/>
              </a:ext>
            </a:extLst>
          </p:cNvPr>
          <p:cNvGrpSpPr/>
          <p:nvPr userDrawn="1"/>
        </p:nvGrpSpPr>
        <p:grpSpPr>
          <a:xfrm>
            <a:off x="455595" y="5663122"/>
            <a:ext cx="11353797" cy="360893"/>
            <a:chOff x="455612" y="830374"/>
            <a:chExt cx="11353797" cy="551233"/>
          </a:xfrm>
          <a:gradFill>
            <a:gsLst>
              <a:gs pos="0">
                <a:schemeClr val="bg2"/>
              </a:gs>
              <a:gs pos="100000">
                <a:schemeClr val="bg2">
                  <a:lumMod val="90000"/>
                  <a:lumOff val="10000"/>
                </a:schemeClr>
              </a:gs>
            </a:gsLst>
            <a:lin ang="16200000" scaled="1"/>
          </a:gradFill>
        </p:grpSpPr>
        <p:sp>
          <p:nvSpPr>
            <p:cNvPr id="25" name="Parallelogram 24">
              <a:extLst>
                <a:ext uri="{FF2B5EF4-FFF2-40B4-BE49-F238E27FC236}">
                  <a16:creationId xmlns:a16="http://schemas.microsoft.com/office/drawing/2014/main" id="{FDA5A1D4-EBE7-9453-19D8-B316FAC99927}"/>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6" name="Parallelogram 25">
              <a:extLst>
                <a:ext uri="{FF2B5EF4-FFF2-40B4-BE49-F238E27FC236}">
                  <a16:creationId xmlns:a16="http://schemas.microsoft.com/office/drawing/2014/main" id="{71E21317-0ADC-6BF8-DFD8-DA8C9E0F0646}"/>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7" name="Parallelogram 26">
              <a:extLst>
                <a:ext uri="{FF2B5EF4-FFF2-40B4-BE49-F238E27FC236}">
                  <a16:creationId xmlns:a16="http://schemas.microsoft.com/office/drawing/2014/main" id="{1CEFF694-4FBF-F6A5-750F-30AACB3C2EB9}"/>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8" name="Parallelogram 27">
              <a:extLst>
                <a:ext uri="{FF2B5EF4-FFF2-40B4-BE49-F238E27FC236}">
                  <a16:creationId xmlns:a16="http://schemas.microsoft.com/office/drawing/2014/main" id="{75F19B0A-2C90-24E0-A63C-B8B841B832BF}"/>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9" name="Parallelogram 28">
              <a:extLst>
                <a:ext uri="{FF2B5EF4-FFF2-40B4-BE49-F238E27FC236}">
                  <a16:creationId xmlns:a16="http://schemas.microsoft.com/office/drawing/2014/main" id="{B2554279-F72C-5046-9E50-62272505D46D}"/>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0" name="Parallelogram 29">
              <a:extLst>
                <a:ext uri="{FF2B5EF4-FFF2-40B4-BE49-F238E27FC236}">
                  <a16:creationId xmlns:a16="http://schemas.microsoft.com/office/drawing/2014/main" id="{E736FAE4-B9C8-1879-59A5-D9764E11486C}"/>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Parallelogram 30">
              <a:extLst>
                <a:ext uri="{FF2B5EF4-FFF2-40B4-BE49-F238E27FC236}">
                  <a16:creationId xmlns:a16="http://schemas.microsoft.com/office/drawing/2014/main" id="{77BA47AA-B3DD-48A7-19BD-E8255F9B069A}"/>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2" name="Parallelogram 31">
              <a:extLst>
                <a:ext uri="{FF2B5EF4-FFF2-40B4-BE49-F238E27FC236}">
                  <a16:creationId xmlns:a16="http://schemas.microsoft.com/office/drawing/2014/main" id="{88FC8D71-7679-D51D-AA45-16338DBF0DA2}"/>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3" name="Parallelogram 32">
              <a:extLst>
                <a:ext uri="{FF2B5EF4-FFF2-40B4-BE49-F238E27FC236}">
                  <a16:creationId xmlns:a16="http://schemas.microsoft.com/office/drawing/2014/main" id="{33BC4D85-8499-C4DE-84DC-80193602AB2A}"/>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4" name="Parallelogram 33">
              <a:extLst>
                <a:ext uri="{FF2B5EF4-FFF2-40B4-BE49-F238E27FC236}">
                  <a16:creationId xmlns:a16="http://schemas.microsoft.com/office/drawing/2014/main" id="{95C1B48A-2A95-F0D4-AC65-178A56B43F86}"/>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5" name="Parallelogram 34">
              <a:extLst>
                <a:ext uri="{FF2B5EF4-FFF2-40B4-BE49-F238E27FC236}">
                  <a16:creationId xmlns:a16="http://schemas.microsoft.com/office/drawing/2014/main" id="{8D2245DE-C317-FF60-ABBF-D0CFE4A503FF}"/>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6" name="Parallelogram 35">
              <a:extLst>
                <a:ext uri="{FF2B5EF4-FFF2-40B4-BE49-F238E27FC236}">
                  <a16:creationId xmlns:a16="http://schemas.microsoft.com/office/drawing/2014/main" id="{460B9A58-26A4-E15F-753D-DA3847B46512}"/>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7" name="Parallelogram 36">
              <a:extLst>
                <a:ext uri="{FF2B5EF4-FFF2-40B4-BE49-F238E27FC236}">
                  <a16:creationId xmlns:a16="http://schemas.microsoft.com/office/drawing/2014/main" id="{B965DC43-1BBE-B7DA-93C1-F920AB125B24}"/>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8" name="Parallelogram 37">
              <a:extLst>
                <a:ext uri="{FF2B5EF4-FFF2-40B4-BE49-F238E27FC236}">
                  <a16:creationId xmlns:a16="http://schemas.microsoft.com/office/drawing/2014/main" id="{B2B05D8B-37A7-2CDF-5C37-B108920566C8}"/>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9" name="Parallelogram 38">
              <a:extLst>
                <a:ext uri="{FF2B5EF4-FFF2-40B4-BE49-F238E27FC236}">
                  <a16:creationId xmlns:a16="http://schemas.microsoft.com/office/drawing/2014/main" id="{0BA82473-BACD-58B4-E315-83013BECB612}"/>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cxnSp>
        <p:nvCxnSpPr>
          <p:cNvPr id="40" name="Straight Connector 39">
            <a:extLst>
              <a:ext uri="{FF2B5EF4-FFF2-40B4-BE49-F238E27FC236}">
                <a16:creationId xmlns:a16="http://schemas.microsoft.com/office/drawing/2014/main" id="{FAF3E19B-FA9C-5C38-6BCD-CE9C1DB196D3}"/>
              </a:ext>
            </a:extLst>
          </p:cNvPr>
          <p:cNvCxnSpPr/>
          <p:nvPr userDrawn="1"/>
        </p:nvCxnSpPr>
        <p:spPr>
          <a:xfrm>
            <a:off x="455617" y="5666723"/>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B6CEBD1-73E3-AFFD-B18B-C563A5DDFBAB}"/>
              </a:ext>
            </a:extLst>
          </p:cNvPr>
          <p:cNvCxnSpPr/>
          <p:nvPr userDrawn="1"/>
        </p:nvCxnSpPr>
        <p:spPr>
          <a:xfrm>
            <a:off x="455618" y="6026955"/>
            <a:ext cx="1135379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8983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invGray">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602" y="831036"/>
            <a:ext cx="11353801" cy="921563"/>
          </a:xfrm>
          <a:prstGeom prst="rect">
            <a:avLst/>
          </a:prstGeom>
          <a:ln>
            <a:noFill/>
          </a:ln>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808412" y="6106705"/>
            <a:ext cx="4572000" cy="276228"/>
          </a:xfrm>
          <a:prstGeom prst="rect">
            <a:avLst/>
          </a:prstGeom>
        </p:spPr>
        <p:txBody>
          <a:bodyPr vert="horz" lIns="91440" tIns="45720" rIns="91440" bIns="45720" rtlCol="0" anchor="ctr"/>
          <a:lstStyle>
            <a:lvl1pPr algn="ctr">
              <a:defRPr sz="1100">
                <a:solidFill>
                  <a:schemeClr val="tx1">
                    <a:tint val="75000"/>
                  </a:schemeClr>
                </a:solidFill>
              </a:defRPr>
            </a:lvl1pPr>
          </a:lstStyle>
          <a:p>
            <a:r>
              <a:rPr lang="en-US" dirty="0"/>
              <a:t>Add a footer</a:t>
            </a:r>
          </a:p>
        </p:txBody>
      </p:sp>
      <p:sp>
        <p:nvSpPr>
          <p:cNvPr id="4" name="Date Placeholder 3"/>
          <p:cNvSpPr>
            <a:spLocks noGrp="1"/>
          </p:cNvSpPr>
          <p:nvPr>
            <p:ph type="dt" sz="half" idx="2"/>
          </p:nvPr>
        </p:nvSpPr>
        <p:spPr>
          <a:xfrm>
            <a:off x="531812" y="6124572"/>
            <a:ext cx="1449389" cy="276228"/>
          </a:xfrm>
          <a:prstGeom prst="rect">
            <a:avLst/>
          </a:prstGeom>
        </p:spPr>
        <p:txBody>
          <a:bodyPr vert="horz" lIns="91440" tIns="45720" rIns="91440" bIns="45720" rtlCol="0" anchor="ctr"/>
          <a:lstStyle>
            <a:lvl1pPr algn="l">
              <a:defRPr sz="1100">
                <a:solidFill>
                  <a:schemeClr val="tx1">
                    <a:tint val="75000"/>
                  </a:schemeClr>
                </a:solidFill>
              </a:defRPr>
            </a:lvl1pPr>
          </a:lstStyle>
          <a:p>
            <a:r>
              <a:rPr lang="en-US" dirty="0"/>
              <a:t>20XX</a:t>
            </a:r>
          </a:p>
        </p:txBody>
      </p:sp>
      <p:sp>
        <p:nvSpPr>
          <p:cNvPr id="6" name="Slide Number Placeholder 5"/>
          <p:cNvSpPr>
            <a:spLocks noGrp="1"/>
          </p:cNvSpPr>
          <p:nvPr>
            <p:ph type="sldNum" sz="quarter" idx="4"/>
          </p:nvPr>
        </p:nvSpPr>
        <p:spPr>
          <a:xfrm>
            <a:off x="10895012" y="6102626"/>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dirty="0"/>
          </a:p>
        </p:txBody>
      </p:sp>
      <p:sp>
        <p:nvSpPr>
          <p:cNvPr id="7" name="Rectangle 6">
            <a:extLst>
              <a:ext uri="{FF2B5EF4-FFF2-40B4-BE49-F238E27FC236}">
                <a16:creationId xmlns:a16="http://schemas.microsoft.com/office/drawing/2014/main" id="{BDA83175-CA5A-51EB-5665-4379FD2F545B}"/>
              </a:ext>
            </a:extLst>
          </p:cNvPr>
          <p:cNvSpPr/>
          <p:nvPr userDrawn="1"/>
        </p:nvSpPr>
        <p:spPr>
          <a:xfrm>
            <a:off x="455612" y="381000"/>
            <a:ext cx="11353800" cy="6096000"/>
          </a:xfrm>
          <a:prstGeom prst="rect">
            <a:avLst/>
          </a:prstGeom>
          <a:noFill/>
          <a:ln w="12700">
            <a:solidFill>
              <a:schemeClr val="accent6"/>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cxnSp>
        <p:nvCxnSpPr>
          <p:cNvPr id="28" name="Straight Connector 27">
            <a:extLst>
              <a:ext uri="{FF2B5EF4-FFF2-40B4-BE49-F238E27FC236}">
                <a16:creationId xmlns:a16="http://schemas.microsoft.com/office/drawing/2014/main" id="{316DF9B1-D7B9-469D-2BDD-030BB373EAFE}"/>
              </a:ext>
            </a:extLst>
          </p:cNvPr>
          <p:cNvCxnSpPr/>
          <p:nvPr userDrawn="1"/>
        </p:nvCxnSpPr>
        <p:spPr>
          <a:xfrm rot="10800000">
            <a:off x="3786878" y="380996"/>
            <a:ext cx="0" cy="45070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C01CEF09-4761-CA93-B67D-687ADAAFDD3B}"/>
              </a:ext>
            </a:extLst>
          </p:cNvPr>
          <p:cNvCxnSpPr/>
          <p:nvPr userDrawn="1"/>
        </p:nvCxnSpPr>
        <p:spPr>
          <a:xfrm>
            <a:off x="3786874" y="6026289"/>
            <a:ext cx="0" cy="450706"/>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204" name="Group 203">
            <a:extLst>
              <a:ext uri="{FF2B5EF4-FFF2-40B4-BE49-F238E27FC236}">
                <a16:creationId xmlns:a16="http://schemas.microsoft.com/office/drawing/2014/main" id="{AB09383D-487B-CA4F-D7EB-0FA72D1CC2BE}"/>
              </a:ext>
            </a:extLst>
          </p:cNvPr>
          <p:cNvGrpSpPr/>
          <p:nvPr userDrawn="1"/>
        </p:nvGrpSpPr>
        <p:grpSpPr>
          <a:xfrm>
            <a:off x="8456609" y="380998"/>
            <a:ext cx="3" cy="6095997"/>
            <a:chOff x="8456609" y="380998"/>
            <a:chExt cx="3" cy="6095997"/>
          </a:xfrm>
        </p:grpSpPr>
        <p:cxnSp>
          <p:nvCxnSpPr>
            <p:cNvPr id="205" name="Straight Connector 204">
              <a:extLst>
                <a:ext uri="{FF2B5EF4-FFF2-40B4-BE49-F238E27FC236}">
                  <a16:creationId xmlns:a16="http://schemas.microsoft.com/office/drawing/2014/main" id="{7BD35581-5D47-E665-9BC9-8E2758509788}"/>
                </a:ext>
              </a:extLst>
            </p:cNvPr>
            <p:cNvCxnSpPr/>
            <p:nvPr/>
          </p:nvCxnSpPr>
          <p:spPr>
            <a:xfrm>
              <a:off x="8456612" y="6026289"/>
              <a:ext cx="0" cy="450706"/>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14BA1620-B3AA-DF08-2776-8EAA83E86757}"/>
                </a:ext>
              </a:extLst>
            </p:cNvPr>
            <p:cNvCxnSpPr>
              <a:cxnSpLocks/>
            </p:cNvCxnSpPr>
            <p:nvPr/>
          </p:nvCxnSpPr>
          <p:spPr>
            <a:xfrm flipV="1">
              <a:off x="8456609" y="380998"/>
              <a:ext cx="0" cy="45003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A2D53A42-077B-77BB-0DCD-D9BD1954A428}"/>
              </a:ext>
            </a:extLst>
          </p:cNvPr>
          <p:cNvCxnSpPr/>
          <p:nvPr userDrawn="1"/>
        </p:nvCxnSpPr>
        <p:spPr>
          <a:xfrm rot="10800000">
            <a:off x="455611" y="831038"/>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C6BAE39-4731-4079-C5E5-5A17D541669C}"/>
              </a:ext>
            </a:extLst>
          </p:cNvPr>
          <p:cNvCxnSpPr/>
          <p:nvPr/>
        </p:nvCxnSpPr>
        <p:spPr>
          <a:xfrm>
            <a:off x="455618" y="6026955"/>
            <a:ext cx="1135379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5344209"/>
      </p:ext>
    </p:extLst>
  </p:cSld>
  <p:clrMap bg1="dk1" tx1="lt1" bg2="dk2" tx2="lt2" accent1="accent1" accent2="accent2" accent3="accent3" accent4="accent4" accent5="accent5" accent6="accent6" hlink="hlink" folHlink="folHlink"/>
  <p:sldLayoutIdLst>
    <p:sldLayoutId id="214748367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74" r:id="rId11"/>
    <p:sldLayoutId id="2147483693" r:id="rId12"/>
    <p:sldLayoutId id="214748369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p:titleStyle>
    <p:bodyStyle>
      <a:lvl1pPr marL="228600" indent="-228600" algn="l" defTabSz="914400" rtl="0" eaLnBrk="1" latinLnBrk="0" hangingPunct="1">
        <a:lnSpc>
          <a:spcPct val="90000"/>
        </a:lnSpc>
        <a:spcBef>
          <a:spcPts val="1800"/>
        </a:spcBef>
        <a:spcAft>
          <a:spcPts val="0"/>
        </a:spcAft>
        <a:buClr>
          <a:schemeClr val="tx1"/>
        </a:buClr>
        <a:buSzPct val="100000"/>
        <a:buFont typeface="Arial" pitchFamily="34" charset="0"/>
        <a:buChar char="•"/>
        <a:defRPr sz="1600" kern="1200">
          <a:solidFill>
            <a:schemeClr val="tx1"/>
          </a:solidFill>
          <a:latin typeface="+mn-lt"/>
          <a:ea typeface="+mn-ea"/>
          <a:cs typeface="+mn-cs"/>
        </a:defRPr>
      </a:lvl1pPr>
      <a:lvl2pPr marL="231775" indent="0" algn="l" defTabSz="914400" rtl="0" eaLnBrk="1" latinLnBrk="0" hangingPunct="1">
        <a:lnSpc>
          <a:spcPct val="90000"/>
        </a:lnSpc>
        <a:spcBef>
          <a:spcPts val="1200"/>
        </a:spcBef>
        <a:buClr>
          <a:schemeClr val="tx1"/>
        </a:buClr>
        <a:buSzPct val="100000"/>
        <a:buFont typeface="Arial" pitchFamily="34" charset="0"/>
        <a:buNone/>
        <a:defRPr sz="1600" kern="1200">
          <a:solidFill>
            <a:schemeClr val="tx1"/>
          </a:solidFill>
          <a:latin typeface="+mn-lt"/>
          <a:ea typeface="+mn-ea"/>
          <a:cs typeface="+mn-cs"/>
        </a:defRPr>
      </a:lvl2pPr>
      <a:lvl3pPr marL="463550" indent="0" algn="l" defTabSz="914400" rtl="0" eaLnBrk="1" latinLnBrk="0" hangingPunct="1">
        <a:lnSpc>
          <a:spcPct val="90000"/>
        </a:lnSpc>
        <a:spcBef>
          <a:spcPts val="600"/>
        </a:spcBef>
        <a:buClr>
          <a:schemeClr val="tx1"/>
        </a:buClr>
        <a:buSzPct val="100000"/>
        <a:buFont typeface="Arial" pitchFamily="34" charset="0"/>
        <a:buNone/>
        <a:defRPr sz="1600" kern="1200">
          <a:solidFill>
            <a:schemeClr val="tx1"/>
          </a:solidFill>
          <a:latin typeface="+mn-lt"/>
          <a:ea typeface="+mn-ea"/>
          <a:cs typeface="+mn-cs"/>
        </a:defRPr>
      </a:lvl3pPr>
      <a:lvl4pPr marL="682625" indent="0" algn="l" defTabSz="914400" rtl="0" eaLnBrk="1" latinLnBrk="0" hangingPunct="1">
        <a:lnSpc>
          <a:spcPct val="90000"/>
        </a:lnSpc>
        <a:spcBef>
          <a:spcPts val="600"/>
        </a:spcBef>
        <a:buClr>
          <a:schemeClr val="tx1"/>
        </a:buClr>
        <a:buSzPct val="100000"/>
        <a:buFont typeface="Arial" pitchFamily="34" charset="0"/>
        <a:buNone/>
        <a:defRPr sz="1600" kern="1200">
          <a:solidFill>
            <a:schemeClr val="tx1"/>
          </a:solidFill>
          <a:latin typeface="+mn-lt"/>
          <a:ea typeface="+mn-ea"/>
          <a:cs typeface="+mn-cs"/>
        </a:defRPr>
      </a:lvl4pPr>
      <a:lvl5pPr marL="857250" indent="0" algn="l" defTabSz="914400" rtl="0" eaLnBrk="1" latinLnBrk="0" hangingPunct="1">
        <a:lnSpc>
          <a:spcPct val="90000"/>
        </a:lnSpc>
        <a:spcBef>
          <a:spcPts val="600"/>
        </a:spcBef>
        <a:buClr>
          <a:schemeClr val="tx1"/>
        </a:buClr>
        <a:buSzPct val="100000"/>
        <a:buFont typeface="Arial" pitchFamily="34" charset="0"/>
        <a:buNone/>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7478" y="1807374"/>
            <a:ext cx="8001000" cy="1920742"/>
          </a:xfrm>
        </p:spPr>
        <p:txBody>
          <a:bodyPr anchor="ctr">
            <a:normAutofit/>
          </a:bodyPr>
          <a:lstStyle/>
          <a:p>
            <a:br>
              <a:rPr lang="en-US" sz="2400" dirty="0">
                <a:solidFill>
                  <a:srgbClr val="F28360"/>
                </a:solidFill>
              </a:rPr>
            </a:br>
            <a:r>
              <a:rPr lang="en-US" sz="6000" dirty="0">
                <a:solidFill>
                  <a:srgbClr val="F28360"/>
                </a:solidFill>
                <a:latin typeface="Angsana New"/>
                <a:cs typeface="Angsana New"/>
              </a:rPr>
              <a:t>Instant Passport Photo App</a:t>
            </a:r>
          </a:p>
          <a:p>
            <a:endParaRPr lang="en-US" dirty="0"/>
          </a:p>
        </p:txBody>
      </p:sp>
      <p:sp>
        <p:nvSpPr>
          <p:cNvPr id="3" name="Subtitle 2"/>
          <p:cNvSpPr>
            <a:spLocks noGrp="1"/>
          </p:cNvSpPr>
          <p:nvPr>
            <p:ph type="subTitle" idx="1"/>
          </p:nvPr>
        </p:nvSpPr>
        <p:spPr>
          <a:xfrm>
            <a:off x="3636934" y="3818141"/>
            <a:ext cx="8167970" cy="1033272"/>
          </a:xfrm>
        </p:spPr>
        <p:txBody>
          <a:bodyPr vert="horz" lIns="91440" tIns="45720" rIns="91440" bIns="45720" rtlCol="0" anchor="t">
            <a:normAutofit fontScale="92500" lnSpcReduction="20000"/>
          </a:bodyPr>
          <a:lstStyle/>
          <a:p>
            <a:r>
              <a:rPr lang="en-US" dirty="0"/>
              <a:t>Name- Aadrika </a:t>
            </a:r>
            <a:r>
              <a:rPr lang="en-US" dirty="0" err="1"/>
              <a:t>nanda</a:t>
            </a:r>
          </a:p>
          <a:p>
            <a:endParaRPr lang="en-US" dirty="0"/>
          </a:p>
          <a:p>
            <a:r>
              <a:rPr lang="en-US" dirty="0"/>
              <a:t>id- IITMCS_24061048 </a:t>
            </a:r>
            <a:endParaRPr lang="en-US" sz="2000" dirty="0">
              <a:latin typeface="Century Gothic"/>
              <a:cs typeface="Arial"/>
            </a:endParaRPr>
          </a:p>
          <a:p>
            <a:endParaRPr lang="en-US" dirty="0">
              <a:latin typeface="Century Gothic"/>
              <a:cs typeface="Arial"/>
            </a:endParaRPr>
          </a:p>
          <a:p>
            <a:r>
              <a:rPr lang="en-US" dirty="0">
                <a:latin typeface="Century Gothic"/>
                <a:cs typeface="Arial"/>
              </a:rPr>
              <a:t>CHOSEN TRACK: COMUTER VISION/AI </a:t>
            </a:r>
            <a:r>
              <a:rPr lang="en-US" sz="2000" b="0" dirty="0">
                <a:latin typeface="Arial"/>
                <a:cs typeface="Arial"/>
              </a:rPr>
              <a:t>&amp;</a:t>
            </a:r>
            <a:r>
              <a:rPr lang="en-US" dirty="0">
                <a:latin typeface="Century Gothic"/>
                <a:cs typeface="Arial"/>
              </a:rPr>
              <a:t> MACHINE </a:t>
            </a:r>
            <a:r>
              <a:rPr lang="en-US" dirty="0">
                <a:solidFill>
                  <a:srgbClr val="F4997C"/>
                </a:solidFill>
                <a:latin typeface="Century Gothic"/>
                <a:cs typeface="Arial"/>
              </a:rPr>
              <a:t>LEARNING</a:t>
            </a:r>
            <a:r>
              <a:rPr lang="en-US" sz="1100" b="0" dirty="0">
                <a:solidFill>
                  <a:srgbClr val="F4997C"/>
                </a:solidFill>
                <a:latin typeface="Arial"/>
                <a:cs typeface="Arial"/>
              </a:rPr>
              <a:t> </a:t>
            </a:r>
            <a:r>
              <a:rPr lang="en-US" sz="2000" b="0" dirty="0">
                <a:solidFill>
                  <a:srgbClr val="F4997C"/>
                </a:solidFill>
                <a:latin typeface="Arial"/>
                <a:cs typeface="Arial"/>
              </a:rPr>
              <a:t> </a:t>
            </a:r>
            <a:endParaRPr lang="en-US" sz="2000" dirty="0">
              <a:solidFill>
                <a:srgbClr val="F4997C"/>
              </a:solidFill>
            </a:endParaRPr>
          </a:p>
        </p:txBody>
      </p:sp>
    </p:spTree>
    <p:extLst>
      <p:ext uri="{BB962C8B-B14F-4D97-AF65-F5344CB8AC3E}">
        <p14:creationId xmlns:p14="http://schemas.microsoft.com/office/powerpoint/2010/main" val="2631747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937D5DA8-EBB1-5833-896B-B423ED264CCE}"/>
              </a:ext>
            </a:extLst>
          </p:cNvPr>
          <p:cNvSpPr>
            <a:spLocks noGrp="1"/>
          </p:cNvSpPr>
          <p:nvPr>
            <p:ph type="title"/>
          </p:nvPr>
        </p:nvSpPr>
        <p:spPr>
          <a:xfrm>
            <a:off x="455602" y="2295272"/>
            <a:ext cx="5788152" cy="2284060"/>
          </a:xfrm>
        </p:spPr>
        <p:txBody>
          <a:bodyPr/>
          <a:lstStyle/>
          <a:p>
            <a:r>
              <a:rPr lang="en-US" dirty="0"/>
              <a:t>OVERVIEW</a:t>
            </a:r>
          </a:p>
        </p:txBody>
      </p:sp>
      <p:sp>
        <p:nvSpPr>
          <p:cNvPr id="37" name="Content Placeholder 36">
            <a:extLst>
              <a:ext uri="{FF2B5EF4-FFF2-40B4-BE49-F238E27FC236}">
                <a16:creationId xmlns:a16="http://schemas.microsoft.com/office/drawing/2014/main" id="{5249A66F-CCC3-79EF-A334-5ECCFE9E1242}"/>
              </a:ext>
            </a:extLst>
          </p:cNvPr>
          <p:cNvSpPr>
            <a:spLocks noGrp="1"/>
          </p:cNvSpPr>
          <p:nvPr>
            <p:ph sz="quarter" idx="13"/>
          </p:nvPr>
        </p:nvSpPr>
        <p:spPr>
          <a:xfrm>
            <a:off x="6775704" y="990600"/>
            <a:ext cx="4576508" cy="4938713"/>
          </a:xfrm>
        </p:spPr>
        <p:txBody>
          <a:bodyPr>
            <a:normAutofit fontScale="92500" lnSpcReduction="10000"/>
          </a:bodyPr>
          <a:lstStyle/>
          <a:p>
            <a:r>
              <a:rPr lang="en-US" b="1" dirty="0">
                <a:solidFill>
                  <a:srgbClr val="F4997C"/>
                </a:solidFill>
                <a:latin typeface="Book Antiqua"/>
                <a:ea typeface="+mn-lt"/>
                <a:cs typeface="+mn-lt"/>
              </a:rPr>
              <a:t>Creating passport-size photos that meet official background requirements is often inconvenient and expensive, especially in regions without access to studios. Manual editing software is often complex or paywalled. This project introduces a real-time, AI-powered app that uses deep learning to automatically segment humans from live or uploaded images, remove the background, and replace it with standard backgrounds—making passport photo generation fast, free, and accessible from any device. </a:t>
            </a:r>
            <a:endParaRPr lang="en-US" b="1">
              <a:solidFill>
                <a:srgbClr val="F4997C"/>
              </a:solidFill>
              <a:latin typeface="Book Antiqua"/>
            </a:endParaRPr>
          </a:p>
        </p:txBody>
      </p:sp>
      <p:sp>
        <p:nvSpPr>
          <p:cNvPr id="2" name="Slide Number Placeholder 1">
            <a:extLst>
              <a:ext uri="{FF2B5EF4-FFF2-40B4-BE49-F238E27FC236}">
                <a16:creationId xmlns:a16="http://schemas.microsoft.com/office/drawing/2014/main" id="{9E020C5F-7F4B-E4D5-9419-7E7F825C066B}"/>
              </a:ext>
            </a:extLst>
          </p:cNvPr>
          <p:cNvSpPr>
            <a:spLocks noGrp="1"/>
          </p:cNvSpPr>
          <p:nvPr>
            <p:ph type="sldNum" sz="quarter" idx="12"/>
          </p:nvPr>
        </p:nvSpPr>
        <p:spPr/>
        <p:txBody>
          <a:bodyPr/>
          <a:lstStyle/>
          <a:p>
            <a:fld id="{2A013F82-EE5E-44EE-A61D-E31C6657F26F}" type="slidenum">
              <a:rPr lang="en-US" smtClean="0"/>
              <a:pPr/>
              <a:t>2</a:t>
            </a:fld>
            <a:endParaRPr lang="en-US" dirty="0"/>
          </a:p>
        </p:txBody>
      </p:sp>
    </p:spTree>
    <p:extLst>
      <p:ext uri="{BB962C8B-B14F-4D97-AF65-F5344CB8AC3E}">
        <p14:creationId xmlns:p14="http://schemas.microsoft.com/office/powerpoint/2010/main" val="736585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F8FCFCB-93C4-A34B-D650-ADFFB8C3EB8A}"/>
              </a:ext>
            </a:extLst>
          </p:cNvPr>
          <p:cNvSpPr>
            <a:spLocks noGrp="1"/>
          </p:cNvSpPr>
          <p:nvPr>
            <p:ph type="title"/>
          </p:nvPr>
        </p:nvSpPr>
        <p:spPr>
          <a:xfrm>
            <a:off x="455602" y="1554480"/>
            <a:ext cx="8010144" cy="1673352"/>
          </a:xfrm>
        </p:spPr>
        <p:txBody>
          <a:bodyPr/>
          <a:lstStyle/>
          <a:p>
            <a:r>
              <a:rPr lang="en-US" dirty="0" err="1"/>
              <a:t>PrOJECT</a:t>
            </a:r>
            <a:r>
              <a:rPr lang="en-US" dirty="0"/>
              <a:t> OBJECTIVE</a:t>
            </a:r>
          </a:p>
        </p:txBody>
      </p:sp>
      <p:sp>
        <p:nvSpPr>
          <p:cNvPr id="13" name="Content Placeholder 12">
            <a:extLst>
              <a:ext uri="{FF2B5EF4-FFF2-40B4-BE49-F238E27FC236}">
                <a16:creationId xmlns:a16="http://schemas.microsoft.com/office/drawing/2014/main" id="{C7DFB310-ECD8-C9D0-4AAF-C5B168970611}"/>
              </a:ext>
            </a:extLst>
          </p:cNvPr>
          <p:cNvSpPr>
            <a:spLocks noGrp="1"/>
          </p:cNvSpPr>
          <p:nvPr>
            <p:ph sz="quarter" idx="13"/>
          </p:nvPr>
        </p:nvSpPr>
        <p:spPr>
          <a:xfrm>
            <a:off x="674483" y="3223949"/>
            <a:ext cx="7786873" cy="2262451"/>
          </a:xfrm>
        </p:spPr>
        <p:txBody>
          <a:bodyPr vert="horz" lIns="91440" tIns="45720" rIns="91440" bIns="45720" rtlCol="0" anchor="t">
            <a:noAutofit/>
          </a:bodyPr>
          <a:lstStyle/>
          <a:p>
            <a:r>
              <a:rPr lang="en-US" sz="1600" b="1">
                <a:solidFill>
                  <a:srgbClr val="F4997C"/>
                </a:solidFill>
                <a:latin typeface="Book Antiqua"/>
                <a:cs typeface="Arial"/>
              </a:rPr>
              <a:t>Goal 1:</a:t>
            </a:r>
            <a:r>
              <a:rPr lang="en-US" sz="1600">
                <a:solidFill>
                  <a:srgbClr val="F4997C"/>
                </a:solidFill>
                <a:latin typeface="Book Antiqua"/>
                <a:cs typeface="Arial"/>
              </a:rPr>
              <a:t> Develop a robust image segmentation model capable of accurately separating the subject from the background.</a:t>
            </a:r>
            <a:endParaRPr lang="en-US" sz="1600">
              <a:solidFill>
                <a:srgbClr val="F4997C"/>
              </a:solidFill>
              <a:latin typeface="Book Antiqua"/>
            </a:endParaRPr>
          </a:p>
          <a:p>
            <a:r>
              <a:rPr lang="en-US" sz="1600" b="1">
                <a:solidFill>
                  <a:srgbClr val="F4997C"/>
                </a:solidFill>
                <a:latin typeface="Book Antiqua"/>
                <a:cs typeface="Arial"/>
              </a:rPr>
              <a:t>Goal 2:</a:t>
            </a:r>
            <a:r>
              <a:rPr lang="en-US" sz="1600">
                <a:solidFill>
                  <a:srgbClr val="F4997C"/>
                </a:solidFill>
                <a:latin typeface="Book Antiqua"/>
                <a:cs typeface="Arial"/>
              </a:rPr>
              <a:t> Integrate the model into a user-friendly web application.</a:t>
            </a:r>
            <a:endParaRPr lang="en-US" sz="1600">
              <a:solidFill>
                <a:srgbClr val="F4997C"/>
              </a:solidFill>
              <a:latin typeface="Book Antiqua"/>
            </a:endParaRPr>
          </a:p>
          <a:p>
            <a:r>
              <a:rPr lang="en-US" sz="1600" b="1">
                <a:solidFill>
                  <a:srgbClr val="F4997C"/>
                </a:solidFill>
                <a:latin typeface="Book Antiqua"/>
                <a:cs typeface="Arial"/>
              </a:rPr>
              <a:t>Goal 3:</a:t>
            </a:r>
            <a:r>
              <a:rPr lang="en-US" sz="1600">
                <a:solidFill>
                  <a:srgbClr val="F4997C"/>
                </a:solidFill>
                <a:latin typeface="Book Antiqua"/>
                <a:cs typeface="Arial"/>
              </a:rPr>
              <a:t> Enable users to change the background color of their segmented photo to a compliant, single color.</a:t>
            </a:r>
            <a:endParaRPr lang="en-US" sz="1600">
              <a:solidFill>
                <a:srgbClr val="F4997C"/>
              </a:solidFill>
              <a:latin typeface="Book Antiqua"/>
            </a:endParaRPr>
          </a:p>
          <a:p>
            <a:endParaRPr lang="en-US" sz="2800" dirty="0">
              <a:solidFill>
                <a:srgbClr val="F4997C"/>
              </a:solidFill>
              <a:latin typeface="Book Antiqua"/>
            </a:endParaRPr>
          </a:p>
        </p:txBody>
      </p:sp>
      <p:sp>
        <p:nvSpPr>
          <p:cNvPr id="2" name="Slide Number Placeholder 1">
            <a:extLst>
              <a:ext uri="{FF2B5EF4-FFF2-40B4-BE49-F238E27FC236}">
                <a16:creationId xmlns:a16="http://schemas.microsoft.com/office/drawing/2014/main" id="{668D17B5-4366-177D-7B14-8FF91A259B47}"/>
              </a:ext>
            </a:extLst>
          </p:cNvPr>
          <p:cNvSpPr>
            <a:spLocks noGrp="1"/>
          </p:cNvSpPr>
          <p:nvPr>
            <p:ph type="sldNum" sz="quarter" idx="12"/>
          </p:nvPr>
        </p:nvSpPr>
        <p:spPr/>
        <p:txBody>
          <a:bodyPr/>
          <a:lstStyle/>
          <a:p>
            <a:fld id="{2A013F82-EE5E-44EE-A61D-E31C6657F26F}" type="slidenum">
              <a:rPr lang="en-US" smtClean="0"/>
              <a:pPr/>
              <a:t>3</a:t>
            </a:fld>
            <a:endParaRPr lang="en-US" dirty="0"/>
          </a:p>
        </p:txBody>
      </p:sp>
    </p:spTree>
    <p:extLst>
      <p:ext uri="{BB962C8B-B14F-4D97-AF65-F5344CB8AC3E}">
        <p14:creationId xmlns:p14="http://schemas.microsoft.com/office/powerpoint/2010/main" val="2282226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56ACD720-5015-228A-2BFF-0FD5FA78192D}"/>
              </a:ext>
            </a:extLst>
          </p:cNvPr>
          <p:cNvSpPr>
            <a:spLocks noGrp="1"/>
          </p:cNvSpPr>
          <p:nvPr>
            <p:ph type="title"/>
          </p:nvPr>
        </p:nvSpPr>
        <p:spPr/>
        <p:txBody>
          <a:bodyPr/>
          <a:lstStyle/>
          <a:p>
            <a:r>
              <a:rPr lang="en-US" dirty="0"/>
              <a:t>METHODOLOGY</a:t>
            </a:r>
          </a:p>
        </p:txBody>
      </p:sp>
      <p:sp>
        <p:nvSpPr>
          <p:cNvPr id="28" name="Content Placeholder 27">
            <a:extLst>
              <a:ext uri="{FF2B5EF4-FFF2-40B4-BE49-F238E27FC236}">
                <a16:creationId xmlns:a16="http://schemas.microsoft.com/office/drawing/2014/main" id="{93E9497C-B706-7D4B-B850-9EE7948699D0}"/>
              </a:ext>
            </a:extLst>
          </p:cNvPr>
          <p:cNvSpPr>
            <a:spLocks noGrp="1"/>
          </p:cNvSpPr>
          <p:nvPr>
            <p:ph sz="quarter" idx="13"/>
          </p:nvPr>
        </p:nvSpPr>
        <p:spPr>
          <a:xfrm>
            <a:off x="726662" y="990600"/>
            <a:ext cx="5171338" cy="4938713"/>
          </a:xfrm>
        </p:spPr>
        <p:txBody>
          <a:bodyPr/>
          <a:lstStyle/>
          <a:p>
            <a:pPr marL="0" indent="0">
              <a:buClr>
                <a:srgbClr val="FFFFFF"/>
              </a:buClr>
              <a:buNone/>
            </a:pPr>
            <a:r>
              <a:rPr lang="en-US" b="1" dirty="0">
                <a:solidFill>
                  <a:srgbClr val="F4997C"/>
                </a:solidFill>
                <a:latin typeface="Book Antiqua"/>
                <a:cs typeface="Arial"/>
              </a:rPr>
              <a:t>Approach:</a:t>
            </a:r>
            <a:r>
              <a:rPr lang="en-US" dirty="0">
                <a:solidFill>
                  <a:srgbClr val="F4997C"/>
                </a:solidFill>
                <a:latin typeface="Book Antiqua"/>
                <a:cs typeface="Arial"/>
              </a:rPr>
              <a:t> We used a UNET-based architecture for semantic segmentation. This is a common choice for medical and general image segmentation due to its effectiveness in capturing both local and global features.</a:t>
            </a:r>
            <a:endParaRPr lang="en-US">
              <a:solidFill>
                <a:srgbClr val="F4997C"/>
              </a:solidFill>
              <a:latin typeface="Book Antiqua"/>
            </a:endParaRPr>
          </a:p>
          <a:p>
            <a:pPr marL="0" indent="0">
              <a:buClr>
                <a:srgbClr val="FFFFFF"/>
              </a:buClr>
              <a:buNone/>
            </a:pPr>
            <a:r>
              <a:rPr lang="en-US" b="1" dirty="0">
                <a:solidFill>
                  <a:srgbClr val="F4997C"/>
                </a:solidFill>
                <a:latin typeface="Book Antiqua"/>
                <a:cs typeface="Arial"/>
              </a:rPr>
              <a:t>Dataset:</a:t>
            </a:r>
            <a:r>
              <a:rPr lang="en-US" dirty="0">
                <a:solidFill>
                  <a:srgbClr val="F4997C"/>
                </a:solidFill>
                <a:latin typeface="Book Antiqua"/>
                <a:cs typeface="Arial"/>
              </a:rPr>
              <a:t> We utilized a custom dataset of images with corresponding segmentation masks. The masks were created from XML annotations using a Python script.</a:t>
            </a:r>
            <a:endParaRPr lang="en-US" dirty="0">
              <a:solidFill>
                <a:srgbClr val="F4997C"/>
              </a:solidFill>
              <a:latin typeface="Book Antiqua"/>
            </a:endParaRPr>
          </a:p>
          <a:p>
            <a:pPr marL="0" indent="0">
              <a:buClr>
                <a:srgbClr val="FFFFFF"/>
              </a:buClr>
              <a:buNone/>
            </a:pPr>
            <a:r>
              <a:rPr lang="en-US" b="1" dirty="0">
                <a:solidFill>
                  <a:srgbClr val="F4997C"/>
                </a:solidFill>
                <a:latin typeface="Book Antiqua"/>
                <a:cs typeface="Arial"/>
              </a:rPr>
              <a:t>Tools &amp; Technologies:</a:t>
            </a:r>
            <a:endParaRPr lang="en-US" dirty="0">
              <a:solidFill>
                <a:srgbClr val="F4997C"/>
              </a:solidFill>
              <a:latin typeface="Book Antiqua"/>
            </a:endParaRPr>
          </a:p>
          <a:p>
            <a:pPr marL="0" indent="0">
              <a:buClr>
                <a:srgbClr val="FFFFFF"/>
              </a:buClr>
              <a:buNone/>
            </a:pPr>
            <a:r>
              <a:rPr lang="en-US" b="1" dirty="0">
                <a:solidFill>
                  <a:srgbClr val="F4997C"/>
                </a:solidFill>
                <a:latin typeface="Book Antiqua"/>
                <a:cs typeface="Arial"/>
              </a:rPr>
              <a:t>Backend:</a:t>
            </a:r>
            <a:r>
              <a:rPr lang="en-US" dirty="0">
                <a:solidFill>
                  <a:srgbClr val="F4997C"/>
                </a:solidFill>
                <a:latin typeface="Book Antiqua"/>
                <a:cs typeface="Arial"/>
              </a:rPr>
              <a:t> Flask, </a:t>
            </a:r>
            <a:r>
              <a:rPr lang="en-US" err="1">
                <a:solidFill>
                  <a:srgbClr val="F4997C"/>
                </a:solidFill>
                <a:latin typeface="Book Antiqua"/>
                <a:cs typeface="Arial"/>
              </a:rPr>
              <a:t>PyTorch</a:t>
            </a:r>
            <a:r>
              <a:rPr lang="en-US" dirty="0">
                <a:solidFill>
                  <a:srgbClr val="F4997C"/>
                </a:solidFill>
                <a:latin typeface="Book Antiqua"/>
                <a:cs typeface="Arial"/>
              </a:rPr>
              <a:t>, OpenCV (CV2)</a:t>
            </a:r>
            <a:endParaRPr lang="en-US" dirty="0">
              <a:solidFill>
                <a:srgbClr val="F4997C"/>
              </a:solidFill>
              <a:latin typeface="Book Antiqua"/>
            </a:endParaRPr>
          </a:p>
          <a:p>
            <a:pPr marL="0" indent="0">
              <a:buClr>
                <a:srgbClr val="FFFFFF"/>
              </a:buClr>
              <a:buNone/>
            </a:pPr>
            <a:r>
              <a:rPr lang="en-US" b="1" dirty="0">
                <a:solidFill>
                  <a:srgbClr val="F4997C"/>
                </a:solidFill>
                <a:latin typeface="Book Antiqua"/>
                <a:cs typeface="Arial"/>
              </a:rPr>
              <a:t>Frontend:</a:t>
            </a:r>
            <a:r>
              <a:rPr lang="en-US" dirty="0">
                <a:solidFill>
                  <a:srgbClr val="F4997C"/>
                </a:solidFill>
                <a:latin typeface="Book Antiqua"/>
                <a:cs typeface="Arial"/>
              </a:rPr>
              <a:t> HTML, CSS, JavaScript</a:t>
            </a:r>
            <a:endParaRPr lang="en-US" dirty="0">
              <a:solidFill>
                <a:srgbClr val="F4997C"/>
              </a:solidFill>
              <a:latin typeface="Book Antiqua"/>
            </a:endParaRPr>
          </a:p>
          <a:p>
            <a:pPr marL="0" indent="0">
              <a:buNone/>
            </a:pPr>
            <a:r>
              <a:rPr lang="en-US" b="1" dirty="0">
                <a:solidFill>
                  <a:srgbClr val="F4997C"/>
                </a:solidFill>
                <a:latin typeface="Book Antiqua"/>
                <a:ea typeface="+mn-lt"/>
                <a:cs typeface="+mn-lt"/>
              </a:rPr>
              <a:t>Environment:</a:t>
            </a:r>
            <a:r>
              <a:rPr lang="en-US" dirty="0">
                <a:solidFill>
                  <a:srgbClr val="F4997C"/>
                </a:solidFill>
                <a:latin typeface="Book Antiqua"/>
                <a:ea typeface="+mn-lt"/>
                <a:cs typeface="+mn-lt"/>
              </a:rPr>
              <a:t> Google </a:t>
            </a:r>
            <a:r>
              <a:rPr lang="en-US" err="1">
                <a:solidFill>
                  <a:srgbClr val="F4997C"/>
                </a:solidFill>
                <a:latin typeface="Book Antiqua"/>
                <a:ea typeface="+mn-lt"/>
                <a:cs typeface="+mn-lt"/>
              </a:rPr>
              <a:t>Colab</a:t>
            </a:r>
            <a:r>
              <a:rPr lang="en-US" dirty="0">
                <a:solidFill>
                  <a:srgbClr val="F4997C"/>
                </a:solidFill>
                <a:latin typeface="Book Antiqua"/>
                <a:ea typeface="+mn-lt"/>
                <a:cs typeface="+mn-lt"/>
              </a:rPr>
              <a:t>, </a:t>
            </a:r>
            <a:r>
              <a:rPr lang="en-US" err="1">
                <a:solidFill>
                  <a:srgbClr val="F4997C"/>
                </a:solidFill>
                <a:latin typeface="Book Antiqua"/>
                <a:ea typeface="+mn-lt"/>
                <a:cs typeface="+mn-lt"/>
              </a:rPr>
              <a:t>ngrok</a:t>
            </a:r>
            <a:r>
              <a:rPr lang="en-US" dirty="0">
                <a:solidFill>
                  <a:srgbClr val="F4997C"/>
                </a:solidFill>
                <a:latin typeface="Book Antiqua"/>
                <a:ea typeface="+mn-lt"/>
                <a:cs typeface="+mn-lt"/>
              </a:rPr>
              <a:t> for public access</a:t>
            </a:r>
            <a:endParaRPr lang="en-US">
              <a:solidFill>
                <a:srgbClr val="F4997C"/>
              </a:solidFill>
              <a:latin typeface="Book Antiqua"/>
            </a:endParaRPr>
          </a:p>
        </p:txBody>
      </p:sp>
      <p:sp>
        <p:nvSpPr>
          <p:cNvPr id="2" name="Slide Number Placeholder 1">
            <a:extLst>
              <a:ext uri="{FF2B5EF4-FFF2-40B4-BE49-F238E27FC236}">
                <a16:creationId xmlns:a16="http://schemas.microsoft.com/office/drawing/2014/main" id="{B0267D56-A7FC-87CC-3F7B-61E69A7BEF34}"/>
              </a:ext>
            </a:extLst>
          </p:cNvPr>
          <p:cNvSpPr>
            <a:spLocks noGrp="1"/>
          </p:cNvSpPr>
          <p:nvPr>
            <p:ph type="sldNum" sz="quarter" idx="12"/>
          </p:nvPr>
        </p:nvSpPr>
        <p:spPr/>
        <p:txBody>
          <a:bodyPr/>
          <a:lstStyle/>
          <a:p>
            <a:fld id="{2A013F82-EE5E-44EE-A61D-E31C6657F26F}" type="slidenum">
              <a:rPr lang="en-US" smtClean="0"/>
              <a:pPr/>
              <a:t>4</a:t>
            </a:fld>
            <a:endParaRPr lang="en-US" dirty="0"/>
          </a:p>
        </p:txBody>
      </p:sp>
    </p:spTree>
    <p:extLst>
      <p:ext uri="{BB962C8B-B14F-4D97-AF65-F5344CB8AC3E}">
        <p14:creationId xmlns:p14="http://schemas.microsoft.com/office/powerpoint/2010/main" val="3718853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8B656394-28CD-07EB-472E-6BB6010ADB48}"/>
              </a:ext>
            </a:extLst>
          </p:cNvPr>
          <p:cNvSpPr>
            <a:spLocks noGrp="1"/>
          </p:cNvSpPr>
          <p:nvPr>
            <p:ph type="title"/>
          </p:nvPr>
        </p:nvSpPr>
        <p:spPr>
          <a:xfrm>
            <a:off x="457200" y="3324415"/>
            <a:ext cx="5768138" cy="2286000"/>
          </a:xfrm>
        </p:spPr>
        <p:txBody>
          <a:bodyPr/>
          <a:lstStyle/>
          <a:p>
            <a:r>
              <a:rPr lang="en-US" sz="3600" dirty="0"/>
              <a:t>IMPLEMENTATION AND ARCHITECTURE</a:t>
            </a:r>
            <a:endParaRPr lang="en-US" sz="3600" b="0" dirty="0">
              <a:solidFill>
                <a:srgbClr val="000000"/>
              </a:solidFill>
            </a:endParaRPr>
          </a:p>
        </p:txBody>
      </p:sp>
      <p:sp>
        <p:nvSpPr>
          <p:cNvPr id="28" name="Content Placeholder 27">
            <a:extLst>
              <a:ext uri="{FF2B5EF4-FFF2-40B4-BE49-F238E27FC236}">
                <a16:creationId xmlns:a16="http://schemas.microsoft.com/office/drawing/2014/main" id="{2175A07C-673D-4C4F-44DB-ADB7429995E2}"/>
              </a:ext>
            </a:extLst>
          </p:cNvPr>
          <p:cNvSpPr>
            <a:spLocks noGrp="1"/>
          </p:cNvSpPr>
          <p:nvPr>
            <p:ph sz="quarter" idx="13"/>
          </p:nvPr>
        </p:nvSpPr>
        <p:spPr>
          <a:xfrm>
            <a:off x="6775704" y="990600"/>
            <a:ext cx="4576508" cy="4938713"/>
          </a:xfrm>
        </p:spPr>
        <p:txBody>
          <a:bodyPr vert="horz" lIns="91440" tIns="45720" rIns="91440" bIns="45720" rtlCol="0" anchor="ctr">
            <a:noAutofit/>
          </a:bodyPr>
          <a:lstStyle/>
          <a:p>
            <a:pPr marL="0" indent="0">
              <a:buClr>
                <a:srgbClr val="FFFFFF"/>
              </a:buClr>
              <a:buNone/>
            </a:pPr>
            <a:r>
              <a:rPr lang="en-US" dirty="0">
                <a:latin typeface="Book Antiqua"/>
                <a:cs typeface="Arial"/>
              </a:rPr>
              <a:t>Model Training: The UNET model was trained using the prepared dataset to learn to distinguish the person from the background. The training process involved data augmentation, </a:t>
            </a:r>
            <a:r>
              <a:rPr lang="en-US" dirty="0" err="1">
                <a:latin typeface="Book Antiqua"/>
                <a:cs typeface="Arial"/>
              </a:rPr>
              <a:t>BCEWithLogitsLoss</a:t>
            </a:r>
            <a:r>
              <a:rPr lang="en-US" dirty="0">
                <a:latin typeface="Book Antiqua"/>
                <a:cs typeface="Arial"/>
              </a:rPr>
              <a:t>, and Adam optimizer.</a:t>
            </a:r>
            <a:endParaRPr lang="en-US" dirty="0">
              <a:latin typeface="Book Antiqua"/>
            </a:endParaRPr>
          </a:p>
          <a:p>
            <a:pPr marL="0" indent="0">
              <a:buClr>
                <a:srgbClr val="FFFFFF"/>
              </a:buClr>
              <a:buNone/>
            </a:pPr>
            <a:r>
              <a:rPr lang="en-US" dirty="0">
                <a:latin typeface="Book Antiqua"/>
                <a:cs typeface="Arial"/>
              </a:rPr>
              <a:t>Backend API: A Flask application serves as the backend. It receives image data, runs it through the trained </a:t>
            </a:r>
            <a:r>
              <a:rPr lang="en-US" dirty="0" err="1">
                <a:latin typeface="Book Antiqua"/>
                <a:cs typeface="Arial"/>
              </a:rPr>
              <a:t>PyTorch</a:t>
            </a:r>
            <a:r>
              <a:rPr lang="en-US" dirty="0">
                <a:latin typeface="Book Antiqua"/>
                <a:cs typeface="Arial"/>
              </a:rPr>
              <a:t> model, and returns the segmented image.</a:t>
            </a:r>
            <a:endParaRPr lang="en-US" dirty="0">
              <a:latin typeface="Book Antiqua"/>
            </a:endParaRPr>
          </a:p>
          <a:p>
            <a:pPr marL="0" indent="0">
              <a:buClr>
                <a:srgbClr val="FFFFFF"/>
              </a:buClr>
              <a:buNone/>
            </a:pPr>
            <a:r>
              <a:rPr lang="en-US" dirty="0">
                <a:latin typeface="Book Antiqua"/>
                <a:cs typeface="Arial"/>
              </a:rPr>
              <a:t>Frontend Interface: A simple, single-page web application allows users to upload an image, select a background color, and send the request to the backend.</a:t>
            </a:r>
            <a:endParaRPr lang="en-US" dirty="0">
              <a:latin typeface="Book Antiqua"/>
            </a:endParaRPr>
          </a:p>
          <a:p>
            <a:pPr marL="0" indent="0">
              <a:buNone/>
            </a:pPr>
            <a:endParaRPr lang="en-US" dirty="0"/>
          </a:p>
        </p:txBody>
      </p:sp>
      <p:sp>
        <p:nvSpPr>
          <p:cNvPr id="2" name="Slide Number Placeholder 1">
            <a:extLst>
              <a:ext uri="{FF2B5EF4-FFF2-40B4-BE49-F238E27FC236}">
                <a16:creationId xmlns:a16="http://schemas.microsoft.com/office/drawing/2014/main" id="{B77897C4-19E2-DF97-626D-4033C7D29E2F}"/>
              </a:ext>
            </a:extLst>
          </p:cNvPr>
          <p:cNvSpPr>
            <a:spLocks noGrp="1"/>
          </p:cNvSpPr>
          <p:nvPr>
            <p:ph type="sldNum" sz="quarter" idx="12"/>
          </p:nvPr>
        </p:nvSpPr>
        <p:spPr/>
        <p:txBody>
          <a:bodyPr/>
          <a:lstStyle/>
          <a:p>
            <a:fld id="{2A013F82-EE5E-44EE-A61D-E31C6657F26F}" type="slidenum">
              <a:rPr lang="en-US" smtClean="0"/>
              <a:pPr/>
              <a:t>5</a:t>
            </a:fld>
            <a:endParaRPr lang="en-US" dirty="0"/>
          </a:p>
        </p:txBody>
      </p:sp>
    </p:spTree>
    <p:extLst>
      <p:ext uri="{BB962C8B-B14F-4D97-AF65-F5344CB8AC3E}">
        <p14:creationId xmlns:p14="http://schemas.microsoft.com/office/powerpoint/2010/main" val="2817226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78D199F-445D-A262-84D3-8B40BFDD0C1C}"/>
              </a:ext>
            </a:extLst>
          </p:cNvPr>
          <p:cNvSpPr>
            <a:spLocks noGrp="1"/>
          </p:cNvSpPr>
          <p:nvPr>
            <p:ph type="title"/>
          </p:nvPr>
        </p:nvSpPr>
        <p:spPr/>
        <p:txBody>
          <a:bodyPr/>
          <a:lstStyle/>
          <a:p>
            <a:r>
              <a:rPr lang="en-US" dirty="0"/>
              <a:t>DEMO AND WORKING</a:t>
            </a:r>
          </a:p>
        </p:txBody>
      </p:sp>
      <p:sp>
        <p:nvSpPr>
          <p:cNvPr id="9" name="Slide Number Placeholder 8">
            <a:extLst>
              <a:ext uri="{FF2B5EF4-FFF2-40B4-BE49-F238E27FC236}">
                <a16:creationId xmlns:a16="http://schemas.microsoft.com/office/drawing/2014/main" id="{0246544A-7A76-9110-F32A-3856DDD6367F}"/>
              </a:ext>
            </a:extLst>
          </p:cNvPr>
          <p:cNvSpPr>
            <a:spLocks noGrp="1"/>
          </p:cNvSpPr>
          <p:nvPr>
            <p:ph type="sldNum" sz="quarter" idx="4294967295"/>
          </p:nvPr>
        </p:nvSpPr>
        <p:spPr>
          <a:xfrm>
            <a:off x="11350625" y="6102350"/>
            <a:ext cx="838200" cy="276225"/>
          </a:xfrm>
        </p:spPr>
        <p:txBody>
          <a:bodyPr/>
          <a:lstStyle/>
          <a:p>
            <a:fld id="{2A013F82-EE5E-44EE-A61D-E31C6657F26F}" type="slidenum">
              <a:rPr lang="en-US" smtClean="0"/>
              <a:pPr/>
              <a:t>6</a:t>
            </a:fld>
            <a:endParaRPr lang="en-US" dirty="0"/>
          </a:p>
        </p:txBody>
      </p:sp>
    </p:spTree>
    <p:extLst>
      <p:ext uri="{BB962C8B-B14F-4D97-AF65-F5344CB8AC3E}">
        <p14:creationId xmlns:p14="http://schemas.microsoft.com/office/powerpoint/2010/main" val="790491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FA3EF-0E53-A43C-757D-1A1F45051B9E}"/>
              </a:ext>
            </a:extLst>
          </p:cNvPr>
          <p:cNvSpPr>
            <a:spLocks noGrp="1"/>
          </p:cNvSpPr>
          <p:nvPr>
            <p:ph type="title"/>
          </p:nvPr>
        </p:nvSpPr>
        <p:spPr/>
        <p:txBody>
          <a:bodyPr/>
          <a:lstStyle/>
          <a:p>
            <a:r>
              <a:rPr lang="en-US" dirty="0"/>
              <a:t>RESULT AND OBSERVATION</a:t>
            </a:r>
          </a:p>
        </p:txBody>
      </p:sp>
      <p:sp>
        <p:nvSpPr>
          <p:cNvPr id="11" name="Content Placeholder 10">
            <a:extLst>
              <a:ext uri="{FF2B5EF4-FFF2-40B4-BE49-F238E27FC236}">
                <a16:creationId xmlns:a16="http://schemas.microsoft.com/office/drawing/2014/main" id="{B2E1CE20-64D1-0C87-FBDD-8106CFDBCB7A}"/>
              </a:ext>
            </a:extLst>
          </p:cNvPr>
          <p:cNvSpPr>
            <a:spLocks noGrp="1"/>
          </p:cNvSpPr>
          <p:nvPr>
            <p:ph sz="quarter" idx="14"/>
          </p:nvPr>
        </p:nvSpPr>
        <p:spPr>
          <a:xfrm>
            <a:off x="841929" y="2210649"/>
            <a:ext cx="10572594" cy="3410712"/>
          </a:xfrm>
          <a:noFill/>
        </p:spPr>
        <p:txBody>
          <a:bodyPr>
            <a:normAutofit/>
          </a:bodyPr>
          <a:lstStyle/>
          <a:p>
            <a:pPr marL="0" indent="0">
              <a:buClr>
                <a:srgbClr val="FFFFFF"/>
              </a:buClr>
              <a:buNone/>
            </a:pPr>
            <a:endParaRPr lang="en-US" sz="2400" b="1" dirty="0">
              <a:solidFill>
                <a:srgbClr val="F4997C"/>
              </a:solidFill>
              <a:latin typeface="Book Antiqua"/>
              <a:cs typeface="Arial"/>
            </a:endParaRPr>
          </a:p>
          <a:p>
            <a:pPr marL="0" indent="0">
              <a:buNone/>
            </a:pPr>
            <a:r>
              <a:rPr lang="en-US" sz="2400" b="1" dirty="0">
                <a:solidFill>
                  <a:srgbClr val="F4997C"/>
                </a:solidFill>
                <a:latin typeface="Book Antiqua"/>
                <a:cs typeface="Arial"/>
              </a:rPr>
              <a:t>Performance:</a:t>
            </a:r>
            <a:r>
              <a:rPr lang="en-US" sz="2400" dirty="0">
                <a:solidFill>
                  <a:srgbClr val="F4997C"/>
                </a:solidFill>
                <a:latin typeface="Book Antiqua"/>
                <a:cs typeface="Arial"/>
              </a:rPr>
              <a:t> The model achieved a Dice Score on the evaluation dataset, demonstrating strong segmentation accuracy.</a:t>
            </a:r>
            <a:endParaRPr lang="en-US" sz="2400">
              <a:solidFill>
                <a:srgbClr val="F4997C"/>
              </a:solidFill>
              <a:latin typeface="Book Antiqua"/>
            </a:endParaRPr>
          </a:p>
          <a:p>
            <a:pPr marL="0" indent="0">
              <a:buClr>
                <a:srgbClr val="FFFFFF"/>
              </a:buClr>
              <a:buNone/>
            </a:pPr>
            <a:r>
              <a:rPr lang="en-US" sz="2400" b="1" dirty="0">
                <a:solidFill>
                  <a:srgbClr val="F4997C"/>
                </a:solidFill>
                <a:latin typeface="Book Antiqua"/>
                <a:cs typeface="Arial"/>
              </a:rPr>
              <a:t>Key Achievement:</a:t>
            </a:r>
            <a:r>
              <a:rPr lang="en-US" sz="2400" dirty="0">
                <a:solidFill>
                  <a:srgbClr val="F4997C"/>
                </a:solidFill>
                <a:latin typeface="Book Antiqua"/>
                <a:cs typeface="Arial"/>
              </a:rPr>
              <a:t> The application successfully automates the complex process of background removal, providing a convenient solution for users.</a:t>
            </a:r>
            <a:endParaRPr lang="en-US" sz="2400">
              <a:solidFill>
                <a:srgbClr val="F4997C"/>
              </a:solidFill>
              <a:latin typeface="Book Antiqua"/>
            </a:endParaRPr>
          </a:p>
          <a:p>
            <a:pPr marL="0" indent="0">
              <a:buNone/>
            </a:pPr>
            <a:endParaRPr lang="en-US" sz="2800" dirty="0"/>
          </a:p>
        </p:txBody>
      </p:sp>
      <p:sp>
        <p:nvSpPr>
          <p:cNvPr id="3" name="Slide Number Placeholder 2">
            <a:extLst>
              <a:ext uri="{FF2B5EF4-FFF2-40B4-BE49-F238E27FC236}">
                <a16:creationId xmlns:a16="http://schemas.microsoft.com/office/drawing/2014/main" id="{2032A4B0-0E2C-A9D4-E502-16D4A62F1BF7}"/>
              </a:ext>
            </a:extLst>
          </p:cNvPr>
          <p:cNvSpPr>
            <a:spLocks noGrp="1"/>
          </p:cNvSpPr>
          <p:nvPr>
            <p:ph type="sldNum" sz="quarter" idx="12"/>
          </p:nvPr>
        </p:nvSpPr>
        <p:spPr/>
        <p:txBody>
          <a:bodyPr/>
          <a:lstStyle/>
          <a:p>
            <a:fld id="{2A013F82-EE5E-44EE-A61D-E31C6657F26F}" type="slidenum">
              <a:rPr lang="en-US" smtClean="0"/>
              <a:pPr/>
              <a:t>7</a:t>
            </a:fld>
            <a:endParaRPr lang="en-US" dirty="0"/>
          </a:p>
        </p:txBody>
      </p:sp>
    </p:spTree>
    <p:extLst>
      <p:ext uri="{BB962C8B-B14F-4D97-AF65-F5344CB8AC3E}">
        <p14:creationId xmlns:p14="http://schemas.microsoft.com/office/powerpoint/2010/main" val="3575425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7E53A5-66CC-D8B6-3350-E2E223706606}"/>
              </a:ext>
            </a:extLst>
          </p:cNvPr>
          <p:cNvSpPr>
            <a:spLocks noGrp="1"/>
          </p:cNvSpPr>
          <p:nvPr>
            <p:ph type="title"/>
          </p:nvPr>
        </p:nvSpPr>
        <p:spPr>
          <a:xfrm>
            <a:off x="455602" y="831035"/>
            <a:ext cx="11353801" cy="1609344"/>
          </a:xfrm>
        </p:spPr>
        <p:txBody>
          <a:bodyPr/>
          <a:lstStyle/>
          <a:p>
            <a:r>
              <a:rPr lang="en-US" dirty="0"/>
              <a:t>SUMMARY</a:t>
            </a:r>
          </a:p>
        </p:txBody>
      </p:sp>
      <p:sp>
        <p:nvSpPr>
          <p:cNvPr id="7" name="Content Placeholder 6">
            <a:extLst>
              <a:ext uri="{FF2B5EF4-FFF2-40B4-BE49-F238E27FC236}">
                <a16:creationId xmlns:a16="http://schemas.microsoft.com/office/drawing/2014/main" id="{3520AAFF-EB73-2616-468A-ADED2BC91B85}"/>
              </a:ext>
            </a:extLst>
          </p:cNvPr>
          <p:cNvSpPr>
            <a:spLocks noGrp="1"/>
          </p:cNvSpPr>
          <p:nvPr>
            <p:ph sz="quarter" idx="14"/>
          </p:nvPr>
        </p:nvSpPr>
        <p:spPr>
          <a:xfrm>
            <a:off x="914400" y="2971800"/>
            <a:ext cx="4645152" cy="2807208"/>
          </a:xfrm>
        </p:spPr>
        <p:txBody>
          <a:bodyPr vert="horz" lIns="91440" tIns="45720" rIns="91440" bIns="45720" rtlCol="0" anchor="t">
            <a:noAutofit/>
          </a:bodyPr>
          <a:lstStyle/>
          <a:p>
            <a:pPr marL="0" indent="0">
              <a:buClr>
                <a:srgbClr val="FFFFFF"/>
              </a:buClr>
              <a:buNone/>
            </a:pPr>
            <a:r>
              <a:rPr lang="en-US" sz="2400" dirty="0">
                <a:solidFill>
                  <a:srgbClr val="F4997C"/>
                </a:solidFill>
                <a:latin typeface="Book Antiqua"/>
                <a:cs typeface="Arial"/>
              </a:rPr>
              <a:t>This project successfully demonstrates the power of deep learning for practical computer vision tasks. We built a functional, end-to-end application that solves a real-world problem.</a:t>
            </a:r>
            <a:endParaRPr lang="en-US" sz="2400">
              <a:solidFill>
                <a:srgbClr val="F4997C"/>
              </a:solidFill>
              <a:latin typeface="Book Antiqua"/>
            </a:endParaRPr>
          </a:p>
          <a:p>
            <a:pPr marL="0" indent="0">
              <a:buClr>
                <a:prstClr val="white"/>
              </a:buClr>
              <a:buNone/>
            </a:pPr>
            <a:endParaRPr lang="en-US" sz="3600" dirty="0">
              <a:solidFill>
                <a:srgbClr val="F4997C"/>
              </a:solidFill>
              <a:latin typeface="Book Antiqua"/>
            </a:endParaRPr>
          </a:p>
        </p:txBody>
      </p:sp>
      <p:sp>
        <p:nvSpPr>
          <p:cNvPr id="6" name="Content Placeholder 5">
            <a:extLst>
              <a:ext uri="{FF2B5EF4-FFF2-40B4-BE49-F238E27FC236}">
                <a16:creationId xmlns:a16="http://schemas.microsoft.com/office/drawing/2014/main" id="{E3218F0B-B504-6696-E489-1F5DC12CA34E}"/>
              </a:ext>
            </a:extLst>
          </p:cNvPr>
          <p:cNvSpPr>
            <a:spLocks noGrp="1"/>
          </p:cNvSpPr>
          <p:nvPr>
            <p:ph sz="quarter" idx="13"/>
          </p:nvPr>
        </p:nvSpPr>
        <p:spPr>
          <a:xfrm>
            <a:off x="6784848" y="2971800"/>
            <a:ext cx="4645152" cy="2807208"/>
          </a:xfrm>
        </p:spPr>
        <p:txBody>
          <a:bodyPr/>
          <a:lstStyle/>
          <a:p>
            <a:pPr>
              <a:buClr>
                <a:srgbClr val="FFFFFF"/>
              </a:buClr>
            </a:pPr>
            <a:r>
              <a:rPr lang="en-US" sz="1800" b="1" dirty="0">
                <a:solidFill>
                  <a:srgbClr val="F4997C"/>
                </a:solidFill>
                <a:latin typeface="Book Antiqua"/>
                <a:cs typeface="Arial"/>
              </a:rPr>
              <a:t>Future Enhancements:</a:t>
            </a:r>
            <a:endParaRPr lang="en-US" sz="1800" dirty="0">
              <a:solidFill>
                <a:srgbClr val="F4997C"/>
              </a:solidFill>
              <a:latin typeface="Book Antiqua"/>
              <a:cs typeface="Arial"/>
            </a:endParaRPr>
          </a:p>
          <a:p>
            <a:pPr>
              <a:buClr>
                <a:srgbClr val="FFFFFF"/>
              </a:buClr>
            </a:pPr>
            <a:r>
              <a:rPr lang="en-US" sz="1800" dirty="0">
                <a:solidFill>
                  <a:srgbClr val="F4997C"/>
                </a:solidFill>
                <a:latin typeface="Book Antiqua"/>
                <a:cs typeface="Arial"/>
              </a:rPr>
              <a:t>Improve model accuracy by training on a larger, more diverse dataset.</a:t>
            </a:r>
          </a:p>
          <a:p>
            <a:pPr>
              <a:buClr>
                <a:srgbClr val="FFFFFF"/>
              </a:buClr>
            </a:pPr>
            <a:r>
              <a:rPr lang="en-US" sz="1800" dirty="0">
                <a:solidFill>
                  <a:srgbClr val="F4997C"/>
                </a:solidFill>
                <a:latin typeface="Book Antiqua"/>
                <a:cs typeface="Arial"/>
              </a:rPr>
              <a:t>Implement additional photo compliance features (e.g., face centering, head size check).</a:t>
            </a:r>
          </a:p>
          <a:p>
            <a:pPr>
              <a:buClr>
                <a:srgbClr val="FFFFFF"/>
              </a:buClr>
            </a:pPr>
            <a:r>
              <a:rPr lang="en-US" sz="1800" dirty="0">
                <a:solidFill>
                  <a:srgbClr val="F4997C"/>
                </a:solidFill>
                <a:latin typeface="Book Antiqua"/>
                <a:cs typeface="Arial"/>
              </a:rPr>
              <a:t>Optimize the model for faster inference on mobile devices.</a:t>
            </a:r>
          </a:p>
          <a:p>
            <a:endParaRPr lang="en-US" sz="2800" dirty="0">
              <a:solidFill>
                <a:srgbClr val="F4997C"/>
              </a:solidFill>
              <a:latin typeface="Book Antiqua"/>
            </a:endParaRPr>
          </a:p>
        </p:txBody>
      </p:sp>
      <p:sp>
        <p:nvSpPr>
          <p:cNvPr id="2" name="Slide Number Placeholder 1">
            <a:extLst>
              <a:ext uri="{FF2B5EF4-FFF2-40B4-BE49-F238E27FC236}">
                <a16:creationId xmlns:a16="http://schemas.microsoft.com/office/drawing/2014/main" id="{0EE0FE1F-B9B1-D567-E5F7-F22AC840BAD3}"/>
              </a:ext>
            </a:extLst>
          </p:cNvPr>
          <p:cNvSpPr>
            <a:spLocks noGrp="1"/>
          </p:cNvSpPr>
          <p:nvPr>
            <p:ph type="sldNum" sz="quarter" idx="12"/>
          </p:nvPr>
        </p:nvSpPr>
        <p:spPr/>
        <p:txBody>
          <a:bodyPr/>
          <a:lstStyle/>
          <a:p>
            <a:fld id="{2A013F82-EE5E-44EE-A61D-E31C6657F26F}" type="slidenum">
              <a:rPr lang="en-US" smtClean="0"/>
              <a:pPr/>
              <a:t>8</a:t>
            </a:fld>
            <a:endParaRPr lang="en-US" dirty="0"/>
          </a:p>
        </p:txBody>
      </p:sp>
    </p:spTree>
    <p:extLst>
      <p:ext uri="{BB962C8B-B14F-4D97-AF65-F5344CB8AC3E}">
        <p14:creationId xmlns:p14="http://schemas.microsoft.com/office/powerpoint/2010/main" val="1170400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4EE1CCC3-A2F7-7A09-FD4A-F74A0D5A6827}"/>
              </a:ext>
            </a:extLst>
          </p:cNvPr>
          <p:cNvSpPr>
            <a:spLocks noGrp="1"/>
          </p:cNvSpPr>
          <p:nvPr>
            <p:ph type="title"/>
          </p:nvPr>
        </p:nvSpPr>
        <p:spPr>
          <a:xfrm>
            <a:off x="413995" y="2227895"/>
            <a:ext cx="11353801" cy="2395728"/>
          </a:xfrm>
        </p:spPr>
        <p:txBody>
          <a:bodyPr/>
          <a:lstStyle/>
          <a:p>
            <a:r>
              <a:rPr lang="en-US" sz="4400" spc="-150" dirty="0"/>
              <a:t>THANK YOU</a:t>
            </a:r>
            <a:endParaRPr lang="en-US" dirty="0"/>
          </a:p>
        </p:txBody>
      </p:sp>
    </p:spTree>
    <p:extLst>
      <p:ext uri="{BB962C8B-B14F-4D97-AF65-F5344CB8AC3E}">
        <p14:creationId xmlns:p14="http://schemas.microsoft.com/office/powerpoint/2010/main" val="1232740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ue atom design">
  <a:themeElements>
    <a:clrScheme name="Custom 412">
      <a:dk1>
        <a:sysClr val="windowText" lastClr="000000"/>
      </a:dk1>
      <a:lt1>
        <a:sysClr val="window" lastClr="FFFFFF"/>
      </a:lt1>
      <a:dk2>
        <a:srgbClr val="003A52"/>
      </a:dk2>
      <a:lt2>
        <a:srgbClr val="F4997C"/>
      </a:lt2>
      <a:accent1>
        <a:srgbClr val="99CB38"/>
      </a:accent1>
      <a:accent2>
        <a:srgbClr val="F4997C"/>
      </a:accent2>
      <a:accent3>
        <a:srgbClr val="37A76F"/>
      </a:accent3>
      <a:accent4>
        <a:srgbClr val="44C1A3"/>
      </a:accent4>
      <a:accent5>
        <a:srgbClr val="4EB3CF"/>
      </a:accent5>
      <a:accent6>
        <a:srgbClr val="51C3F9"/>
      </a:accent6>
      <a:hlink>
        <a:srgbClr val="F4997C"/>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3">
          <a:schemeClr val="lt1"/>
        </a:lnRef>
        <a:fillRef idx="1">
          <a:schemeClr val="accent5"/>
        </a:fillRef>
        <a:effectRef idx="1">
          <a:schemeClr val="accent5"/>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36_win32_CP_v6" id="{3A0623D8-F119-4DA7-B77F-DBC725335A77}" vid="{8D7EC14E-7A19-4A7A-B1A0-81D5834E3675}"/>
    </a:ext>
  </a:extLst>
</a:theme>
</file>

<file path=ppt/theme/theme2.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79A7DD-7AD4-4E5D-8534-CBBF6EB29F0E}">
  <ds:schemaRefs>
    <ds:schemaRef ds:uri="http://schemas.microsoft.com/sharepoint/v3/contenttype/forms"/>
  </ds:schemaRefs>
</ds:datastoreItem>
</file>

<file path=customXml/itemProps2.xml><?xml version="1.0" encoding="utf-8"?>
<ds:datastoreItem xmlns:ds="http://schemas.openxmlformats.org/officeDocument/2006/customXml" ds:itemID="{681A9A6D-0DC3-4010-94FC-B36121170FA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ED06ADB8-B0F6-49CA-89C5-223A9BA290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355</Words>
  <Application>Microsoft Office PowerPoint</Application>
  <PresentationFormat>Custom</PresentationFormat>
  <Paragraphs>129</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Blue atom design</vt:lpstr>
      <vt:lpstr> Instant Passport Photo App </vt:lpstr>
      <vt:lpstr>OVERVIEW</vt:lpstr>
      <vt:lpstr>PrOJECT OBJECTIVE</vt:lpstr>
      <vt:lpstr>METHODOLOGY</vt:lpstr>
      <vt:lpstr>IMPLEMENTATION AND ARCHITECTURE</vt:lpstr>
      <vt:lpstr>DEMO AND WORKING</vt:lpstr>
      <vt:lpstr>RESULT AND OBSERVATION</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150</cp:revision>
  <dcterms:created xsi:type="dcterms:W3CDTF">2025-09-21T08:25:45Z</dcterms:created>
  <dcterms:modified xsi:type="dcterms:W3CDTF">2025-09-21T10:43:45Z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